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6" r:id="rId5"/>
    <p:sldId id="260" r:id="rId6"/>
    <p:sldId id="262" r:id="rId7"/>
    <p:sldId id="263" r:id="rId8"/>
    <p:sldId id="273" r:id="rId9"/>
    <p:sldId id="271" r:id="rId10"/>
    <p:sldId id="264" r:id="rId11"/>
    <p:sldId id="269" r:id="rId12"/>
    <p:sldId id="274" r:id="rId13"/>
    <p:sldId id="275" r:id="rId14"/>
    <p:sldId id="268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7F918-EFD0-4BD1-B14A-9F31EF0A4074}" v="34" dt="2026-09-01T00:21:27.5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4352" autoAdjust="0"/>
    <p:restoredTop sz="94660"/>
  </p:normalViewPr>
  <p:slideViewPr>
    <p:cSldViewPr snapToGrid="0">
      <p:cViewPr>
        <p:scale>
          <a:sx n="50" d="100"/>
          <a:sy n="50" d="100"/>
        </p:scale>
        <p:origin x="38" y="6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ine C" userId="210fb3b367d84806" providerId="LiveId" clId="{0F576A4A-4A97-499D-A701-BCF25FA15D61}"/>
    <pc:docChg chg="undo custSel addSld delSld modSld sldOrd">
      <pc:chgData name="Josephine C" userId="210fb3b367d84806" providerId="LiveId" clId="{0F576A4A-4A97-499D-A701-BCF25FA15D61}" dt="2026-09-01T00:39:57.858" v="1025" actId="1076"/>
      <pc:docMkLst>
        <pc:docMk/>
      </pc:docMkLst>
      <pc:sldChg chg="addSp delSp modSp mod modTransition delDesignElem">
        <pc:chgData name="Josephine C" userId="210fb3b367d84806" providerId="LiveId" clId="{0F576A4A-4A97-499D-A701-BCF25FA15D61}" dt="2026-09-01T00:21:57.683" v="1007" actId="14100"/>
        <pc:sldMkLst>
          <pc:docMk/>
          <pc:sldMk cId="3205217969" sldId="256"/>
        </pc:sldMkLst>
        <pc:spChg chg="mod ord">
          <ac:chgData name="Josephine C" userId="210fb3b367d84806" providerId="LiveId" clId="{0F576A4A-4A97-499D-A701-BCF25FA15D61}" dt="2026-08-31T00:27:29.625" v="229" actId="26606"/>
          <ac:spMkLst>
            <pc:docMk/>
            <pc:sldMk cId="3205217969" sldId="256"/>
            <ac:spMk id="2" creationId="{6E1DCCFE-B1D6-2612-4076-ACD53895CCF2}"/>
          </ac:spMkLst>
        </pc:spChg>
        <pc:spChg chg="del">
          <ac:chgData name="Josephine C" userId="210fb3b367d84806" providerId="LiveId" clId="{0F576A4A-4A97-499D-A701-BCF25FA15D61}" dt="2026-08-31T00:27:15.032" v="226" actId="26606"/>
          <ac:spMkLst>
            <pc:docMk/>
            <pc:sldMk cId="3205217969" sldId="256"/>
            <ac:spMk id="43" creationId="{3A930249-8242-4E2B-AF17-C01826488321}"/>
          </ac:spMkLst>
        </pc:spChg>
        <pc:spChg chg="del">
          <ac:chgData name="Josephine C" userId="210fb3b367d84806" providerId="LiveId" clId="{0F576A4A-4A97-499D-A701-BCF25FA15D61}" dt="2026-08-31T00:27:15.032" v="226" actId="26606"/>
          <ac:spMkLst>
            <pc:docMk/>
            <pc:sldMk cId="3205217969" sldId="256"/>
            <ac:spMk id="44" creationId="{A5BDD999-C5E1-4B3E-A710-768673819165}"/>
          </ac:spMkLst>
        </pc:spChg>
        <pc:spChg chg="add del">
          <ac:chgData name="Josephine C" userId="210fb3b367d84806" providerId="LiveId" clId="{0F576A4A-4A97-499D-A701-BCF25FA15D61}" dt="2026-08-31T00:27:29.625" v="229" actId="26606"/>
          <ac:spMkLst>
            <pc:docMk/>
            <pc:sldMk cId="3205217969" sldId="256"/>
            <ac:spMk id="50" creationId="{3A930249-8242-4E2B-AF17-C01826488321}"/>
          </ac:spMkLst>
        </pc:spChg>
        <pc:spChg chg="add del">
          <ac:chgData name="Josephine C" userId="210fb3b367d84806" providerId="LiveId" clId="{0F576A4A-4A97-499D-A701-BCF25FA15D61}" dt="2026-08-31T00:27:29.625" v="229" actId="26606"/>
          <ac:spMkLst>
            <pc:docMk/>
            <pc:sldMk cId="3205217969" sldId="256"/>
            <ac:spMk id="52" creationId="{A5BDD999-C5E1-4B3E-A710-768673819165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205217969" sldId="256"/>
            <ac:spMk id="57" creationId="{FFCDD23B-75C8-427B-BD08-53C8156CD7C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205217969" sldId="256"/>
            <ac:spMk id="59" creationId="{AFFC87AC-C919-4FE5-BAC3-39509E001152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205217969" sldId="256"/>
            <ac:spMk id="61" creationId="{AB5E08C4-8CDD-4623-A5B8-E998C6DEE3B7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205217969" sldId="256"/>
            <ac:spMk id="63" creationId="{15F33878-D502-4FFA-8ACE-F2AECDB2A23F}"/>
          </ac:spMkLst>
        </pc:spChg>
        <pc:picChg chg="add mod ord">
          <ac:chgData name="Josephine C" userId="210fb3b367d84806" providerId="LiveId" clId="{0F576A4A-4A97-499D-A701-BCF25FA15D61}" dt="2026-08-31T00:27:29.625" v="229" actId="26606"/>
          <ac:picMkLst>
            <pc:docMk/>
            <pc:sldMk cId="3205217969" sldId="256"/>
            <ac:picMk id="5" creationId="{F5D512A0-EF00-E2F8-1900-1CD9A04BC632}"/>
          </ac:picMkLst>
        </pc:picChg>
        <pc:picChg chg="add mod">
          <ac:chgData name="Josephine C" userId="210fb3b367d84806" providerId="LiveId" clId="{0F576A4A-4A97-499D-A701-BCF25FA15D61}" dt="2026-09-01T00:21:57.683" v="1007" actId="14100"/>
          <ac:picMkLst>
            <pc:docMk/>
            <pc:sldMk cId="3205217969" sldId="256"/>
            <ac:picMk id="7" creationId="{425DE1D4-81F0-EC3F-DC98-F3BC26CD1D0B}"/>
          </ac:picMkLst>
        </pc:picChg>
        <pc:picChg chg="mod">
          <ac:chgData name="Josephine C" userId="210fb3b367d84806" providerId="LiveId" clId="{0F576A4A-4A97-499D-A701-BCF25FA15D61}" dt="2026-08-31T00:27:29.625" v="229" actId="26606"/>
          <ac:picMkLst>
            <pc:docMk/>
            <pc:sldMk cId="3205217969" sldId="256"/>
            <ac:picMk id="45" creationId="{A03CEED7-5D94-F913-B512-1E299B2E2E40}"/>
          </ac:picMkLst>
        </pc:picChg>
      </pc:sldChg>
      <pc:sldChg chg="addSp delSp modSp mod modTransition delDesignElem">
        <pc:chgData name="Josephine C" userId="210fb3b367d84806" providerId="LiveId" clId="{0F576A4A-4A97-499D-A701-BCF25FA15D61}" dt="2026-09-01T00:14:51.635" v="985"/>
        <pc:sldMkLst>
          <pc:docMk/>
          <pc:sldMk cId="2661488792" sldId="259"/>
        </pc:sldMkLst>
        <pc:spChg chg="mod ord">
          <ac:chgData name="Josephine C" userId="210fb3b367d84806" providerId="LiveId" clId="{0F576A4A-4A97-499D-A701-BCF25FA15D61}" dt="2026-08-30T23:56:38.444" v="126" actId="26606"/>
          <ac:spMkLst>
            <pc:docMk/>
            <pc:sldMk cId="2661488792" sldId="259"/>
            <ac:spMk id="17" creationId="{1C93C3AF-904A-BC23-7F5B-87824F031C1D}"/>
          </ac:spMkLst>
        </pc:spChg>
        <pc:spChg chg="add mod ord">
          <ac:chgData name="Josephine C" userId="210fb3b367d84806" providerId="LiveId" clId="{0F576A4A-4A97-499D-A701-BCF25FA15D61}" dt="2026-08-31T01:17:42.743" v="683"/>
          <ac:spMkLst>
            <pc:docMk/>
            <pc:sldMk cId="2661488792" sldId="259"/>
            <ac:spMk id="65" creationId="{AEE61F43-38C6-8587-9338-7FF439710366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2661488792" sldId="259"/>
            <ac:spMk id="71" creationId="{21AC6A30-4F22-4C0F-B278-19C5B8A80C55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2661488792" sldId="259"/>
            <ac:spMk id="73" creationId="{BB4335AD-65B1-44E4-90AF-264024FE4BD2}"/>
          </ac:spMkLst>
        </pc:spChg>
        <pc:picChg chg="mod ord">
          <ac:chgData name="Josephine C" userId="210fb3b367d84806" providerId="LiveId" clId="{0F576A4A-4A97-499D-A701-BCF25FA15D61}" dt="2026-08-30T23:56:38.444" v="126" actId="26606"/>
          <ac:picMkLst>
            <pc:docMk/>
            <pc:sldMk cId="2661488792" sldId="259"/>
            <ac:picMk id="5" creationId="{824A0E50-12C3-A0CF-9B0D-C3479002B041}"/>
          </ac:picMkLst>
        </pc:picChg>
        <pc:picChg chg="mod">
          <ac:chgData name="Josephine C" userId="210fb3b367d84806" providerId="LiveId" clId="{0F576A4A-4A97-499D-A701-BCF25FA15D61}" dt="2026-08-30T23:56:38.444" v="126" actId="26606"/>
          <ac:picMkLst>
            <pc:docMk/>
            <pc:sldMk cId="2661488792" sldId="259"/>
            <ac:picMk id="7" creationId="{0014CBC1-1EED-EDBF-25AB-87FCEC9C299A}"/>
          </ac:picMkLst>
        </pc:picChg>
      </pc:sldChg>
      <pc:sldChg chg="addSp delSp modTransition delDesignElem">
        <pc:chgData name="Josephine C" userId="210fb3b367d84806" providerId="LiveId" clId="{0F576A4A-4A97-499D-A701-BCF25FA15D61}" dt="2026-09-01T00:12:11.778" v="979"/>
        <pc:sldMkLst>
          <pc:docMk/>
          <pc:sldMk cId="3321562784" sldId="260"/>
        </pc:sldMkLst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321562784" sldId="260"/>
            <ac:spMk id="63" creationId="{D7A453D2-15D8-4403-815F-291FA16340D9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321562784" sldId="260"/>
            <ac:spMk id="65" creationId="{8161EA6B-09CA-445B-AB0D-8DF76FA92DEF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321562784" sldId="260"/>
            <ac:spMk id="75" creationId="{B8114C98-A349-4111-A123-E8EAB86ABE30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321562784" sldId="260"/>
            <ac:spMk id="83" creationId="{E2D3D3F2-ABBB-4453-B1C5-1BEBF7E4DD56}"/>
          </ac:spMkLst>
        </pc:spChg>
        <pc:grpChg chg="add del">
          <ac:chgData name="Josephine C" userId="210fb3b367d84806" providerId="LiveId" clId="{0F576A4A-4A97-499D-A701-BCF25FA15D61}" dt="2026-08-31T01:17:42.743" v="683"/>
          <ac:grpSpMkLst>
            <pc:docMk/>
            <pc:sldMk cId="3321562784" sldId="260"/>
            <ac:grpSpMk id="67" creationId="{76B45835-3DB7-4D95-9290-E7C2C3AD13CA}"/>
          </ac:grpSpMkLst>
        </pc:grpChg>
        <pc:grpChg chg="add del">
          <ac:chgData name="Josephine C" userId="210fb3b367d84806" providerId="LiveId" clId="{0F576A4A-4A97-499D-A701-BCF25FA15D61}" dt="2026-08-31T01:17:42.743" v="683"/>
          <ac:grpSpMkLst>
            <pc:docMk/>
            <pc:sldMk cId="3321562784" sldId="260"/>
            <ac:grpSpMk id="77" creationId="{670FB431-AE18-414D-92F4-1D12D1991152}"/>
          </ac:grpSpMkLst>
        </pc:grpChg>
        <pc:grpChg chg="add del">
          <ac:chgData name="Josephine C" userId="210fb3b367d84806" providerId="LiveId" clId="{0F576A4A-4A97-499D-A701-BCF25FA15D61}" dt="2026-08-31T01:17:42.743" v="683"/>
          <ac:grpSpMkLst>
            <pc:docMk/>
            <pc:sldMk cId="3321562784" sldId="260"/>
            <ac:grpSpMk id="85" creationId="{8214E4A5-A0D2-42C4-8D14-D2A7E495F041}"/>
          </ac:grpSpMkLst>
        </pc:grpChg>
        <pc:grpChg chg="add del">
          <ac:chgData name="Josephine C" userId="210fb3b367d84806" providerId="LiveId" clId="{0F576A4A-4A97-499D-A701-BCF25FA15D61}" dt="2026-08-31T01:17:42.743" v="683"/>
          <ac:grpSpMkLst>
            <pc:docMk/>
            <pc:sldMk cId="3321562784" sldId="260"/>
            <ac:grpSpMk id="91" creationId="{AF19A774-30A5-488B-9BAF-629C6440294E}"/>
          </ac:grpSpMkLst>
        </pc:grpChg>
      </pc:sldChg>
      <pc:sldChg chg="addSp delSp modTransition delDesignElem">
        <pc:chgData name="Josephine C" userId="210fb3b367d84806" providerId="LiveId" clId="{0F576A4A-4A97-499D-A701-BCF25FA15D61}" dt="2026-09-01T00:15:11.554" v="986"/>
        <pc:sldMkLst>
          <pc:docMk/>
          <pc:sldMk cId="3431261604" sldId="261"/>
        </pc:sldMkLst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431261604" sldId="261"/>
            <ac:spMk id="15" creationId="{77F1AF47-AE98-4034-BD91-1976FA4D9C4C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431261604" sldId="261"/>
            <ac:spMk id="16" creationId="{9CB95732-565A-4D2C-A3AB-CC460C0D3826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431261604" sldId="261"/>
            <ac:spMk id="17" creationId="{8EC0EE2B-2029-48DD-893D-F528E651B07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431261604" sldId="261"/>
            <ac:spMk id="19" creationId="{45AE1D08-1ED1-4F59-B42F-4D8EA33DC8C6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431261604" sldId="261"/>
            <ac:spMk id="21" creationId="{9A79B912-88EA-4640-BDEB-51B3B11A026A}"/>
          </ac:spMkLst>
        </pc:spChg>
      </pc:sldChg>
      <pc:sldChg chg="addSp delSp modSp new mod modTransition setBg addAnim delDesignElem">
        <pc:chgData name="Josephine C" userId="210fb3b367d84806" providerId="LiveId" clId="{0F576A4A-4A97-499D-A701-BCF25FA15D61}" dt="2026-09-01T00:12:18.708" v="980"/>
        <pc:sldMkLst>
          <pc:docMk/>
          <pc:sldMk cId="2137894974" sldId="262"/>
        </pc:sldMkLst>
        <pc:spChg chg="mod ord">
          <ac:chgData name="Josephine C" userId="210fb3b367d84806" providerId="LiveId" clId="{0F576A4A-4A97-499D-A701-BCF25FA15D61}" dt="2026-08-31T00:28:10.055" v="234" actId="26606"/>
          <ac:spMkLst>
            <pc:docMk/>
            <pc:sldMk cId="2137894974" sldId="262"/>
            <ac:spMk id="2" creationId="{1C1A62F8-1571-CAF6-ECF2-B83E8C0DDE8E}"/>
          </ac:spMkLst>
        </pc:spChg>
        <pc:spChg chg="del">
          <ac:chgData name="Josephine C" userId="210fb3b367d84806" providerId="LiveId" clId="{0F576A4A-4A97-499D-A701-BCF25FA15D61}" dt="2026-08-31T00:07:28.273" v="139" actId="931"/>
          <ac:spMkLst>
            <pc:docMk/>
            <pc:sldMk cId="2137894974" sldId="262"/>
            <ac:spMk id="3" creationId="{2295463D-7514-22AD-4591-F7C21A0C5E8A}"/>
          </ac:spMkLst>
        </pc:spChg>
        <pc:spChg chg="add del">
          <ac:chgData name="Josephine C" userId="210fb3b367d84806" providerId="LiveId" clId="{0F576A4A-4A97-499D-A701-BCF25FA15D61}" dt="2026-08-31T00:08:37.890" v="164" actId="26606"/>
          <ac:spMkLst>
            <pc:docMk/>
            <pc:sldMk cId="2137894974" sldId="262"/>
            <ac:spMk id="11" creationId="{237732C4-9861-F64B-E48C-15A5F15DE29B}"/>
          </ac:spMkLst>
        </pc:spChg>
        <pc:spChg chg="add del">
          <ac:chgData name="Josephine C" userId="210fb3b367d84806" providerId="LiveId" clId="{0F576A4A-4A97-499D-A701-BCF25FA15D61}" dt="2026-08-31T00:08:11.900" v="160" actId="26606"/>
          <ac:spMkLst>
            <pc:docMk/>
            <pc:sldMk cId="2137894974" sldId="262"/>
            <ac:spMk id="12" creationId="{4D4677D2-D5AC-4CF9-9EED-2B89D0A1C212}"/>
          </ac:spMkLst>
        </pc:spChg>
        <pc:spChg chg="add del">
          <ac:chgData name="Josephine C" userId="210fb3b367d84806" providerId="LiveId" clId="{0F576A4A-4A97-499D-A701-BCF25FA15D61}" dt="2026-08-31T00:08:11.900" v="160" actId="26606"/>
          <ac:spMkLst>
            <pc:docMk/>
            <pc:sldMk cId="2137894974" sldId="262"/>
            <ac:spMk id="14" creationId="{AF695F69-7001-421E-98A8-E74156934A51}"/>
          </ac:spMkLst>
        </pc:spChg>
        <pc:spChg chg="add del">
          <ac:chgData name="Josephine C" userId="210fb3b367d84806" providerId="LiveId" clId="{0F576A4A-4A97-499D-A701-BCF25FA15D61}" dt="2026-08-31T00:08:30.639" v="162" actId="26606"/>
          <ac:spMkLst>
            <pc:docMk/>
            <pc:sldMk cId="2137894974" sldId="262"/>
            <ac:spMk id="16" creationId="{022BDE4A-8A20-4A69-9C5A-581C82036A4D}"/>
          </ac:spMkLst>
        </pc:spChg>
        <pc:spChg chg="add del">
          <ac:chgData name="Josephine C" userId="210fb3b367d84806" providerId="LiveId" clId="{0F576A4A-4A97-499D-A701-BCF25FA15D61}" dt="2026-08-31T00:08:37.890" v="164" actId="26606"/>
          <ac:spMkLst>
            <pc:docMk/>
            <pc:sldMk cId="2137894974" sldId="262"/>
            <ac:spMk id="18" creationId="{DC39DE25-0E4E-0AA7-0932-1D78C2372786}"/>
          </ac:spMkLst>
        </pc:spChg>
        <pc:spChg chg="add del">
          <ac:chgData name="Josephine C" userId="210fb3b367d84806" providerId="LiveId" clId="{0F576A4A-4A97-499D-A701-BCF25FA15D61}" dt="2026-08-31T00:08:37.890" v="164" actId="26606"/>
          <ac:spMkLst>
            <pc:docMk/>
            <pc:sldMk cId="2137894974" sldId="262"/>
            <ac:spMk id="19" creationId="{AE3A741D-C19B-960A-5803-1C5887147820}"/>
          </ac:spMkLst>
        </pc:spChg>
        <pc:spChg chg="add del">
          <ac:chgData name="Josephine C" userId="210fb3b367d84806" providerId="LiveId" clId="{0F576A4A-4A97-499D-A701-BCF25FA15D61}" dt="2026-08-31T00:08:37.890" v="164" actId="26606"/>
          <ac:spMkLst>
            <pc:docMk/>
            <pc:sldMk cId="2137894974" sldId="262"/>
            <ac:spMk id="20" creationId="{8D6EA299-0840-6DEA-E670-C49AEBC87E89}"/>
          </ac:spMkLst>
        </pc:spChg>
        <pc:spChg chg="add del">
          <ac:chgData name="Josephine C" userId="210fb3b367d84806" providerId="LiveId" clId="{0F576A4A-4A97-499D-A701-BCF25FA15D61}" dt="2026-08-31T00:08:37.890" v="164" actId="26606"/>
          <ac:spMkLst>
            <pc:docMk/>
            <pc:sldMk cId="2137894974" sldId="262"/>
            <ac:spMk id="21" creationId="{9C3A50E9-9119-7BC3-083B-2D84CCC78E47}"/>
          </ac:spMkLst>
        </pc:spChg>
        <pc:spChg chg="add del">
          <ac:chgData name="Josephine C" userId="210fb3b367d84806" providerId="LiveId" clId="{0F576A4A-4A97-499D-A701-BCF25FA15D61}" dt="2026-08-31T00:08:44.967" v="166" actId="26606"/>
          <ac:spMkLst>
            <pc:docMk/>
            <pc:sldMk cId="2137894974" sldId="262"/>
            <ac:spMk id="23" creationId="{C0A1ED06-4733-4020-9C60-81D4D801408D}"/>
          </ac:spMkLst>
        </pc:spChg>
        <pc:spChg chg="add del">
          <ac:chgData name="Josephine C" userId="210fb3b367d84806" providerId="LiveId" clId="{0F576A4A-4A97-499D-A701-BCF25FA15D61}" dt="2026-08-31T00:08:44.967" v="166" actId="26606"/>
          <ac:spMkLst>
            <pc:docMk/>
            <pc:sldMk cId="2137894974" sldId="262"/>
            <ac:spMk id="24" creationId="{B0CA3509-3AF9-45FE-93ED-57BB5D5E8E07}"/>
          </ac:spMkLst>
        </pc:spChg>
        <pc:spChg chg="add del">
          <ac:chgData name="Josephine C" userId="210fb3b367d84806" providerId="LiveId" clId="{0F576A4A-4A97-499D-A701-BCF25FA15D61}" dt="2026-08-31T00:08:44.967" v="166" actId="26606"/>
          <ac:spMkLst>
            <pc:docMk/>
            <pc:sldMk cId="2137894974" sldId="262"/>
            <ac:spMk id="25" creationId="{E9D2F270-E51D-77A2-150A-278DBA932F67}"/>
          </ac:spMkLst>
        </pc:spChg>
        <pc:spChg chg="add del">
          <ac:chgData name="Josephine C" userId="210fb3b367d84806" providerId="LiveId" clId="{0F576A4A-4A97-499D-A701-BCF25FA15D61}" dt="2026-08-31T00:08:49.116" v="168" actId="26606"/>
          <ac:spMkLst>
            <pc:docMk/>
            <pc:sldMk cId="2137894974" sldId="262"/>
            <ac:spMk id="27" creationId="{FFCDD23B-75C8-427B-BD08-53C8156CD7CD}"/>
          </ac:spMkLst>
        </pc:spChg>
        <pc:spChg chg="add del">
          <ac:chgData name="Josephine C" userId="210fb3b367d84806" providerId="LiveId" clId="{0F576A4A-4A97-499D-A701-BCF25FA15D61}" dt="2026-08-31T00:08:49.116" v="168" actId="26606"/>
          <ac:spMkLst>
            <pc:docMk/>
            <pc:sldMk cId="2137894974" sldId="262"/>
            <ac:spMk id="28" creationId="{AFFC87AC-C919-4FE5-BAC3-39509E001152}"/>
          </ac:spMkLst>
        </pc:spChg>
        <pc:spChg chg="add del">
          <ac:chgData name="Josephine C" userId="210fb3b367d84806" providerId="LiveId" clId="{0F576A4A-4A97-499D-A701-BCF25FA15D61}" dt="2026-08-31T00:08:49.116" v="168" actId="26606"/>
          <ac:spMkLst>
            <pc:docMk/>
            <pc:sldMk cId="2137894974" sldId="262"/>
            <ac:spMk id="29" creationId="{AB5E08C4-8CDD-4623-A5B8-E998C6DEE3B7}"/>
          </ac:spMkLst>
        </pc:spChg>
        <pc:spChg chg="add del">
          <ac:chgData name="Josephine C" userId="210fb3b367d84806" providerId="LiveId" clId="{0F576A4A-4A97-499D-A701-BCF25FA15D61}" dt="2026-08-31T00:08:49.116" v="168" actId="26606"/>
          <ac:spMkLst>
            <pc:docMk/>
            <pc:sldMk cId="2137894974" sldId="262"/>
            <ac:spMk id="30" creationId="{15F33878-D502-4FFA-8ACE-F2AECDB2A23F}"/>
          </ac:spMkLst>
        </pc:spChg>
        <pc:spChg chg="add del">
          <ac:chgData name="Josephine C" userId="210fb3b367d84806" providerId="LiveId" clId="{0F576A4A-4A97-499D-A701-BCF25FA15D61}" dt="2026-08-31T00:12:59.813" v="176" actId="26606"/>
          <ac:spMkLst>
            <pc:docMk/>
            <pc:sldMk cId="2137894974" sldId="262"/>
            <ac:spMk id="32" creationId="{022BDE4A-8A20-4A69-9C5A-581C82036A4D}"/>
          </ac:spMkLst>
        </pc:spChg>
        <pc:spChg chg="add del">
          <ac:chgData name="Josephine C" userId="210fb3b367d84806" providerId="LiveId" clId="{0F576A4A-4A97-499D-A701-BCF25FA15D61}" dt="2026-08-31T00:12:53.639" v="171" actId="26606"/>
          <ac:spMkLst>
            <pc:docMk/>
            <pc:sldMk cId="2137894974" sldId="262"/>
            <ac:spMk id="36" creationId="{E54BFAD0-8E4E-88E2-4814-808F07BCDCDA}"/>
          </ac:spMkLst>
        </pc:spChg>
        <pc:spChg chg="add del">
          <ac:chgData name="Josephine C" userId="210fb3b367d84806" providerId="LiveId" clId="{0F576A4A-4A97-499D-A701-BCF25FA15D61}" dt="2026-08-31T00:12:55.892" v="173" actId="26606"/>
          <ac:spMkLst>
            <pc:docMk/>
            <pc:sldMk cId="2137894974" sldId="262"/>
            <ac:spMk id="37" creationId="{FB33DC6A-1F1C-4A06-834E-CFF88F1C0BB9}"/>
          </ac:spMkLst>
        </pc:spChg>
        <pc:spChg chg="add del">
          <ac:chgData name="Josephine C" userId="210fb3b367d84806" providerId="LiveId" clId="{0F576A4A-4A97-499D-A701-BCF25FA15D61}" dt="2026-08-31T00:12:53.639" v="171" actId="26606"/>
          <ac:spMkLst>
            <pc:docMk/>
            <pc:sldMk cId="2137894974" sldId="262"/>
            <ac:spMk id="39" creationId="{AE3A741D-C19B-960A-5803-1C5887147820}"/>
          </ac:spMkLst>
        </pc:spChg>
        <pc:spChg chg="add del">
          <ac:chgData name="Josephine C" userId="210fb3b367d84806" providerId="LiveId" clId="{0F576A4A-4A97-499D-A701-BCF25FA15D61}" dt="2026-08-31T00:12:53.639" v="171" actId="26606"/>
          <ac:spMkLst>
            <pc:docMk/>
            <pc:sldMk cId="2137894974" sldId="262"/>
            <ac:spMk id="41" creationId="{9C3A50E9-9119-7BC3-083B-2D84CCC78E47}"/>
          </ac:spMkLst>
        </pc:spChg>
        <pc:spChg chg="add del">
          <ac:chgData name="Josephine C" userId="210fb3b367d84806" providerId="LiveId" clId="{0F576A4A-4A97-499D-A701-BCF25FA15D61}" dt="2026-08-31T00:12:53.639" v="171" actId="26606"/>
          <ac:spMkLst>
            <pc:docMk/>
            <pc:sldMk cId="2137894974" sldId="262"/>
            <ac:spMk id="43" creationId="{DC39DE25-0E4E-0AA7-0932-1D78C2372786}"/>
          </ac:spMkLst>
        </pc:spChg>
        <pc:spChg chg="add del">
          <ac:chgData name="Josephine C" userId="210fb3b367d84806" providerId="LiveId" clId="{0F576A4A-4A97-499D-A701-BCF25FA15D61}" dt="2026-08-31T00:12:53.639" v="171" actId="26606"/>
          <ac:spMkLst>
            <pc:docMk/>
            <pc:sldMk cId="2137894974" sldId="262"/>
            <ac:spMk id="45" creationId="{8D6EA299-0840-6DEA-E670-C49AEBC87E89}"/>
          </ac:spMkLst>
        </pc:spChg>
        <pc:spChg chg="add del">
          <ac:chgData name="Josephine C" userId="210fb3b367d84806" providerId="LiveId" clId="{0F576A4A-4A97-499D-A701-BCF25FA15D61}" dt="2026-08-31T00:12:55.892" v="173" actId="26606"/>
          <ac:spMkLst>
            <pc:docMk/>
            <pc:sldMk cId="2137894974" sldId="262"/>
            <ac:spMk id="47" creationId="{0FE1D5CF-87B8-4A8A-AD3C-01D06A60769B}"/>
          </ac:spMkLst>
        </pc:spChg>
        <pc:spChg chg="add del">
          <ac:chgData name="Josephine C" userId="210fb3b367d84806" providerId="LiveId" clId="{0F576A4A-4A97-499D-A701-BCF25FA15D61}" dt="2026-08-31T00:12:55.892" v="173" actId="26606"/>
          <ac:spMkLst>
            <pc:docMk/>
            <pc:sldMk cId="2137894974" sldId="262"/>
            <ac:spMk id="48" creationId="{60926200-45C2-41E9-839F-31CD5FE4CD59}"/>
          </ac:spMkLst>
        </pc:spChg>
        <pc:spChg chg="add del">
          <ac:chgData name="Josephine C" userId="210fb3b367d84806" providerId="LiveId" clId="{0F576A4A-4A97-499D-A701-BCF25FA15D61}" dt="2026-08-31T00:12:55.892" v="173" actId="26606"/>
          <ac:spMkLst>
            <pc:docMk/>
            <pc:sldMk cId="2137894974" sldId="262"/>
            <ac:spMk id="49" creationId="{AF2F604E-43BE-4DC3-B983-E071523364F8}"/>
          </ac:spMkLst>
        </pc:spChg>
        <pc:spChg chg="add del">
          <ac:chgData name="Josephine C" userId="210fb3b367d84806" providerId="LiveId" clId="{0F576A4A-4A97-499D-A701-BCF25FA15D61}" dt="2026-08-31T00:12:55.892" v="173" actId="26606"/>
          <ac:spMkLst>
            <pc:docMk/>
            <pc:sldMk cId="2137894974" sldId="262"/>
            <ac:spMk id="50" creationId="{08C9B587-E65E-4B52-B37C-ABEBB6E87928}"/>
          </ac:spMkLst>
        </pc:spChg>
        <pc:spChg chg="add del">
          <ac:chgData name="Josephine C" userId="210fb3b367d84806" providerId="LiveId" clId="{0F576A4A-4A97-499D-A701-BCF25FA15D61}" dt="2026-08-31T00:12:59.803" v="175" actId="26606"/>
          <ac:spMkLst>
            <pc:docMk/>
            <pc:sldMk cId="2137894974" sldId="262"/>
            <ac:spMk id="52" creationId="{E54BFAD0-8E4E-88E2-4814-808F07BCDCDA}"/>
          </ac:spMkLst>
        </pc:spChg>
        <pc:spChg chg="add del">
          <ac:chgData name="Josephine C" userId="210fb3b367d84806" providerId="LiveId" clId="{0F576A4A-4A97-499D-A701-BCF25FA15D61}" dt="2026-08-31T00:12:59.803" v="175" actId="26606"/>
          <ac:spMkLst>
            <pc:docMk/>
            <pc:sldMk cId="2137894974" sldId="262"/>
            <ac:spMk id="53" creationId="{AE3A741D-C19B-960A-5803-1C5887147820}"/>
          </ac:spMkLst>
        </pc:spChg>
        <pc:spChg chg="add del">
          <ac:chgData name="Josephine C" userId="210fb3b367d84806" providerId="LiveId" clId="{0F576A4A-4A97-499D-A701-BCF25FA15D61}" dt="2026-08-31T00:12:59.803" v="175" actId="26606"/>
          <ac:spMkLst>
            <pc:docMk/>
            <pc:sldMk cId="2137894974" sldId="262"/>
            <ac:spMk id="54" creationId="{9C3A50E9-9119-7BC3-083B-2D84CCC78E47}"/>
          </ac:spMkLst>
        </pc:spChg>
        <pc:spChg chg="add del">
          <ac:chgData name="Josephine C" userId="210fb3b367d84806" providerId="LiveId" clId="{0F576A4A-4A97-499D-A701-BCF25FA15D61}" dt="2026-08-31T00:12:59.803" v="175" actId="26606"/>
          <ac:spMkLst>
            <pc:docMk/>
            <pc:sldMk cId="2137894974" sldId="262"/>
            <ac:spMk id="55" creationId="{DC39DE25-0E4E-0AA7-0932-1D78C2372786}"/>
          </ac:spMkLst>
        </pc:spChg>
        <pc:spChg chg="add del">
          <ac:chgData name="Josephine C" userId="210fb3b367d84806" providerId="LiveId" clId="{0F576A4A-4A97-499D-A701-BCF25FA15D61}" dt="2026-08-31T00:12:59.803" v="175" actId="26606"/>
          <ac:spMkLst>
            <pc:docMk/>
            <pc:sldMk cId="2137894974" sldId="262"/>
            <ac:spMk id="56" creationId="{8D6EA299-0840-6DEA-E670-C49AEBC87E89}"/>
          </ac:spMkLst>
        </pc:spChg>
        <pc:spChg chg="add mod">
          <ac:chgData name="Josephine C" userId="210fb3b367d84806" providerId="LiveId" clId="{0F576A4A-4A97-499D-A701-BCF25FA15D61}" dt="2026-08-31T00:13:57.315" v="182" actId="1076"/>
          <ac:spMkLst>
            <pc:docMk/>
            <pc:sldMk cId="2137894974" sldId="262"/>
            <ac:spMk id="60" creationId="{DAD9BB2E-D014-1F46-B1F3-D14A992F0488}"/>
          </ac:spMkLst>
        </pc:spChg>
        <pc:spChg chg="add del">
          <ac:chgData name="Josephine C" userId="210fb3b367d84806" providerId="LiveId" clId="{0F576A4A-4A97-499D-A701-BCF25FA15D61}" dt="2026-08-31T00:28:01.880" v="231" actId="26606"/>
          <ac:spMkLst>
            <pc:docMk/>
            <pc:sldMk cId="2137894974" sldId="262"/>
            <ac:spMk id="65" creationId="{FA69AAE0-49D5-4C8B-8BA2-55898C00E05E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67" creationId="{AB5E08C4-8CDD-4623-A5B8-E998C6DEE3B7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68" creationId="{2151139A-886F-4B97-8815-729AD3831BBD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69" creationId="{AFFC87AC-C919-4FE5-BAC3-39509E001152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71" creationId="{7D0659F6-0853-468D-B1B2-44FDBE98B80F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73" creationId="{15F33878-D502-4FFA-8ACE-F2AECDB2A23F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75" creationId="{977ACDD7-882D-4B81-A213-84C82B96B01E}"/>
          </ac:spMkLst>
        </pc:spChg>
        <pc:spChg chg="add del">
          <ac:chgData name="Josephine C" userId="210fb3b367d84806" providerId="LiveId" clId="{0F576A4A-4A97-499D-A701-BCF25FA15D61}" dt="2026-08-31T00:28:10.045" v="233" actId="26606"/>
          <ac:spMkLst>
            <pc:docMk/>
            <pc:sldMk cId="2137894974" sldId="262"/>
            <ac:spMk id="77" creationId="{D625ED14-F0D2-4FCA-87F3-4E3D2A03DF4A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2137894974" sldId="262"/>
            <ac:spMk id="79" creationId="{FFCDD23B-75C8-427B-BD08-53C8156CD7C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2137894974" sldId="262"/>
            <ac:spMk id="80" creationId="{AFFC87AC-C919-4FE5-BAC3-39509E001152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2137894974" sldId="262"/>
            <ac:spMk id="81" creationId="{AB5E08C4-8CDD-4623-A5B8-E998C6DEE3B7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2137894974" sldId="262"/>
            <ac:spMk id="82" creationId="{15F33878-D502-4FFA-8ACE-F2AECDB2A23F}"/>
          </ac:spMkLst>
        </pc:spChg>
        <pc:grpChg chg="add del">
          <ac:chgData name="Josephine C" userId="210fb3b367d84806" providerId="LiveId" clId="{0F576A4A-4A97-499D-A701-BCF25FA15D61}" dt="2026-08-31T00:28:10.055" v="234" actId="26606"/>
          <ac:grpSpMkLst>
            <pc:docMk/>
            <pc:sldMk cId="2137894974" sldId="262"/>
            <ac:grpSpMk id="58" creationId="{AC8DF490-C22A-F953-E1C7-B9B4B37FDDAF}"/>
          </ac:grpSpMkLst>
        </pc:grpChg>
        <pc:picChg chg="add mod ord">
          <ac:chgData name="Josephine C" userId="210fb3b367d84806" providerId="LiveId" clId="{0F576A4A-4A97-499D-A701-BCF25FA15D61}" dt="2026-08-31T00:28:40.428" v="239" actId="14100"/>
          <ac:picMkLst>
            <pc:docMk/>
            <pc:sldMk cId="2137894974" sldId="262"/>
            <ac:picMk id="5" creationId="{DEA0A41C-C915-8E09-E24E-A125F11B44A3}"/>
          </ac:picMkLst>
        </pc:picChg>
        <pc:picChg chg="add mod ord">
          <ac:chgData name="Josephine C" userId="210fb3b367d84806" providerId="LiveId" clId="{0F576A4A-4A97-499D-A701-BCF25FA15D61}" dt="2026-08-31T00:28:33.157" v="238" actId="14100"/>
          <ac:picMkLst>
            <pc:docMk/>
            <pc:sldMk cId="2137894974" sldId="262"/>
            <ac:picMk id="7" creationId="{2ED564D2-C183-359C-F514-86FA305C12AB}"/>
          </ac:picMkLst>
        </pc:picChg>
      </pc:sldChg>
      <pc:sldChg chg="addSp delSp modSp new mod modTransition setBg delDesignElem">
        <pc:chgData name="Josephine C" userId="210fb3b367d84806" providerId="LiveId" clId="{0F576A4A-4A97-499D-A701-BCF25FA15D61}" dt="2026-09-01T00:15:26.505" v="987"/>
        <pc:sldMkLst>
          <pc:docMk/>
          <pc:sldMk cId="4161070382" sldId="263"/>
        </pc:sldMkLst>
        <pc:spChg chg="mod ord">
          <ac:chgData name="Josephine C" userId="210fb3b367d84806" providerId="LiveId" clId="{0F576A4A-4A97-499D-A701-BCF25FA15D61}" dt="2026-08-31T00:22:09.544" v="206" actId="26606"/>
          <ac:spMkLst>
            <pc:docMk/>
            <pc:sldMk cId="4161070382" sldId="263"/>
            <ac:spMk id="2" creationId="{ECC123CF-BAD0-FDD0-9419-211FD1F05B5D}"/>
          </ac:spMkLst>
        </pc:spChg>
        <pc:spChg chg="del">
          <ac:chgData name="Josephine C" userId="210fb3b367d84806" providerId="LiveId" clId="{0F576A4A-4A97-499D-A701-BCF25FA15D61}" dt="2026-08-31T00:21:13.317" v="185" actId="931"/>
          <ac:spMkLst>
            <pc:docMk/>
            <pc:sldMk cId="4161070382" sldId="263"/>
            <ac:spMk id="3" creationId="{5D0BD2CD-859C-C827-EA72-8A1F40109075}"/>
          </ac:spMkLst>
        </pc:spChg>
        <pc:spChg chg="add del">
          <ac:chgData name="Josephine C" userId="210fb3b367d84806" providerId="LiveId" clId="{0F576A4A-4A97-499D-A701-BCF25FA15D61}" dt="2026-08-31T00:22:09.544" v="206" actId="26606"/>
          <ac:spMkLst>
            <pc:docMk/>
            <pc:sldMk cId="4161070382" sldId="263"/>
            <ac:spMk id="12" creationId="{C73BBEEF-B456-4A39-B44B-5A53E698A15D}"/>
          </ac:spMkLst>
        </pc:spChg>
        <pc:spChg chg="add del">
          <ac:chgData name="Josephine C" userId="210fb3b367d84806" providerId="LiveId" clId="{0F576A4A-4A97-499D-A701-BCF25FA15D61}" dt="2026-08-31T00:22:09.544" v="206" actId="26606"/>
          <ac:spMkLst>
            <pc:docMk/>
            <pc:sldMk cId="4161070382" sldId="263"/>
            <ac:spMk id="14" creationId="{8D4C30DC-5BCA-C5F0-6FAB-389D95CF0E72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161070382" sldId="263"/>
            <ac:spMk id="19" creationId="{E2BA2BD9-7B54-4190-8F06-3EF3658A0020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161070382" sldId="263"/>
            <ac:spMk id="21" creationId="{184F9D61-9303-40B4-9F7E-66A9B4EDC458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161070382" sldId="263"/>
            <ac:spMk id="23" creationId="{648D746A-0359-4EAE-8CF9-062E281698EC}"/>
          </ac:spMkLst>
        </pc:spChg>
        <pc:picChg chg="add mod ord">
          <ac:chgData name="Josephine C" userId="210fb3b367d84806" providerId="LiveId" clId="{0F576A4A-4A97-499D-A701-BCF25FA15D61}" dt="2026-08-31T00:22:09.544" v="206" actId="26606"/>
          <ac:picMkLst>
            <pc:docMk/>
            <pc:sldMk cId="4161070382" sldId="263"/>
            <ac:picMk id="5" creationId="{889D0EE2-A10F-2E74-6D8D-0E31C6446D58}"/>
          </ac:picMkLst>
        </pc:picChg>
        <pc:picChg chg="add del mod">
          <ac:chgData name="Josephine C" userId="210fb3b367d84806" providerId="LiveId" clId="{0F576A4A-4A97-499D-A701-BCF25FA15D61}" dt="2026-08-31T00:21:58.517" v="205" actId="478"/>
          <ac:picMkLst>
            <pc:docMk/>
            <pc:sldMk cId="4161070382" sldId="263"/>
            <ac:picMk id="7" creationId="{95CA7CAE-A1B2-B85B-1793-D2733217DB46}"/>
          </ac:picMkLst>
        </pc:picChg>
      </pc:sldChg>
      <pc:sldChg chg="addSp delSp modSp new mod modTransition setBg delDesignElem">
        <pc:chgData name="Josephine C" userId="210fb3b367d84806" providerId="LiveId" clId="{0F576A4A-4A97-499D-A701-BCF25FA15D61}" dt="2026-09-01T00:15:45.841" v="990"/>
        <pc:sldMkLst>
          <pc:docMk/>
          <pc:sldMk cId="351159214" sldId="264"/>
        </pc:sldMkLst>
        <pc:spChg chg="mod">
          <ac:chgData name="Josephine C" userId="210fb3b367d84806" providerId="LiveId" clId="{0F576A4A-4A97-499D-A701-BCF25FA15D61}" dt="2026-08-31T00:45:30.529" v="347" actId="20577"/>
          <ac:spMkLst>
            <pc:docMk/>
            <pc:sldMk cId="351159214" sldId="264"/>
            <ac:spMk id="2" creationId="{785BB689-E7EF-7AB1-F531-D471B2BCCA9C}"/>
          </ac:spMkLst>
        </pc:spChg>
        <pc:spChg chg="del">
          <ac:chgData name="Josephine C" userId="210fb3b367d84806" providerId="LiveId" clId="{0F576A4A-4A97-499D-A701-BCF25FA15D61}" dt="2026-08-31T00:22:38.550" v="208" actId="931"/>
          <ac:spMkLst>
            <pc:docMk/>
            <pc:sldMk cId="351159214" sldId="264"/>
            <ac:spMk id="3" creationId="{F6E05A2A-814B-AF9F-B8C1-9D6BAC686250}"/>
          </ac:spMkLst>
        </pc:spChg>
        <pc:spChg chg="add del">
          <ac:chgData name="Josephine C" userId="210fb3b367d84806" providerId="LiveId" clId="{0F576A4A-4A97-499D-A701-BCF25FA15D61}" dt="2026-08-31T00:23:39.675" v="223" actId="26606"/>
          <ac:spMkLst>
            <pc:docMk/>
            <pc:sldMk cId="351159214" sldId="264"/>
            <ac:spMk id="12" creationId="{022BDE4A-8A20-4A69-9C5A-581C82036A4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51159214" sldId="264"/>
            <ac:spMk id="17" creationId="{2151139A-886F-4B97-8815-729AD3831BB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51159214" sldId="264"/>
            <ac:spMk id="19" creationId="{AB5E08C4-8CDD-4623-A5B8-E998C6DEE3B7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51159214" sldId="264"/>
            <ac:spMk id="21" creationId="{15F33878-D502-4FFA-8ACE-F2AECDB2A23F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51159214" sldId="264"/>
            <ac:spMk id="23" creationId="{D3539FEE-81D3-4406-802E-60B20B16F4F6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51159214" sldId="264"/>
            <ac:spMk id="25" creationId="{DC701763-729E-462F-A5A8-E0DEFEB1E2E4}"/>
          </ac:spMkLst>
        </pc:spChg>
        <pc:picChg chg="add mod ord">
          <ac:chgData name="Josephine C" userId="210fb3b367d84806" providerId="LiveId" clId="{0F576A4A-4A97-499D-A701-BCF25FA15D61}" dt="2026-08-31T00:23:39.675" v="223" actId="26606"/>
          <ac:picMkLst>
            <pc:docMk/>
            <pc:sldMk cId="351159214" sldId="264"/>
            <ac:picMk id="5" creationId="{0FC28635-55F7-DBC4-36D0-E6B210A3F766}"/>
          </ac:picMkLst>
        </pc:picChg>
        <pc:picChg chg="add mod ord">
          <ac:chgData name="Josephine C" userId="210fb3b367d84806" providerId="LiveId" clId="{0F576A4A-4A97-499D-A701-BCF25FA15D61}" dt="2026-08-31T00:23:39.675" v="223" actId="26606"/>
          <ac:picMkLst>
            <pc:docMk/>
            <pc:sldMk cId="351159214" sldId="264"/>
            <ac:picMk id="7" creationId="{A67C433F-E19D-A5E6-86C7-9E70931E1C11}"/>
          </ac:picMkLst>
        </pc:picChg>
      </pc:sldChg>
      <pc:sldChg chg="addSp delSp modSp new del mod setBg delDesignElem">
        <pc:chgData name="Josephine C" userId="210fb3b367d84806" providerId="LiveId" clId="{0F576A4A-4A97-499D-A701-BCF25FA15D61}" dt="2026-08-31T01:29:32.940" v="738" actId="47"/>
        <pc:sldMkLst>
          <pc:docMk/>
          <pc:sldMk cId="3133406534" sldId="265"/>
        </pc:sldMkLst>
        <pc:spChg chg="mod ord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2" creationId="{8C2F9D6A-7AD7-2661-5D02-72CEF556274C}"/>
          </ac:spMkLst>
        </pc:spChg>
        <pc:spChg chg="del">
          <ac:chgData name="Josephine C" userId="210fb3b367d84806" providerId="LiveId" clId="{0F576A4A-4A97-499D-A701-BCF25FA15D61}" dt="2026-08-31T00:30:42.214" v="256" actId="931"/>
          <ac:spMkLst>
            <pc:docMk/>
            <pc:sldMk cId="3133406534" sldId="265"/>
            <ac:spMk id="3" creationId="{C3958549-E105-9820-01A1-0C764C17CBA2}"/>
          </ac:spMkLst>
        </pc:spChg>
        <pc:spChg chg="add del mod">
          <ac:chgData name="Josephine C" userId="210fb3b367d84806" providerId="LiveId" clId="{0F576A4A-4A97-499D-A701-BCF25FA15D61}" dt="2026-08-31T01:25:43.138" v="719" actId="931"/>
          <ac:spMkLst>
            <pc:docMk/>
            <pc:sldMk cId="3133406534" sldId="265"/>
            <ac:spMk id="11" creationId="{579FDBC0-D9A9-7B03-4D06-7642EFF56210}"/>
          </ac:spMkLst>
        </pc:spChg>
        <pc:spChg chg="add del">
          <ac:chgData name="Josephine C" userId="210fb3b367d84806" providerId="LiveId" clId="{0F576A4A-4A97-499D-A701-BCF25FA15D61}" dt="2026-08-31T01:25:49.663" v="720" actId="26606"/>
          <ac:spMkLst>
            <pc:docMk/>
            <pc:sldMk cId="3133406534" sldId="265"/>
            <ac:spMk id="14" creationId="{848F64AA-5BE2-4280-BEFA-DC288118FCCE}"/>
          </ac:spMkLst>
        </pc:spChg>
        <pc:spChg chg="add del mod">
          <ac:chgData name="Josephine C" userId="210fb3b367d84806" providerId="LiveId" clId="{0F576A4A-4A97-499D-A701-BCF25FA15D61}" dt="2026-08-31T01:26:21.970" v="726" actId="478"/>
          <ac:spMkLst>
            <pc:docMk/>
            <pc:sldMk cId="3133406534" sldId="265"/>
            <ac:spMk id="22" creationId="{2A21C350-53E8-4A6D-FBD8-2721B42B6C60}"/>
          </ac:spMkLst>
        </pc:spChg>
        <pc:spChg chg="add del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25" creationId="{4E98B8B0-573C-43DD-85FE-31433D57070C}"/>
          </ac:spMkLst>
        </pc:spChg>
        <pc:spChg chg="add">
          <ac:chgData name="Josephine C" userId="210fb3b367d84806" providerId="LiveId" clId="{0F576A4A-4A97-499D-A701-BCF25FA15D61}" dt="2026-08-31T01:25:49.663" v="720" actId="26606"/>
          <ac:spMkLst>
            <pc:docMk/>
            <pc:sldMk cId="3133406534" sldId="265"/>
            <ac:spMk id="27" creationId="{0ADDB668-2CA4-4D2B-9C34-3487CA330BA8}"/>
          </ac:spMkLst>
        </pc:spChg>
        <pc:spChg chg="add del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29" creationId="{2568BC19-F052-4108-93E1-6A3D1DEC072F}"/>
          </ac:spMkLst>
        </pc:spChg>
        <pc:spChg chg="add del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31" creationId="{D5FD337D-4D6B-4C8B-B6F5-121097E09881}"/>
          </ac:spMkLst>
        </pc:spChg>
        <pc:spChg chg="add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36" creationId="{B3F59054-3394-4D87-8BD0-A28DCD47F1BC}"/>
          </ac:spMkLst>
        </pc:spChg>
        <pc:spChg chg="add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38" creationId="{2FE0ABA9-CAF1-4816-837D-5F28AAA08E0A}"/>
          </ac:spMkLst>
        </pc:spChg>
        <pc:spChg chg="add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40" creationId="{BC8B9C14-70F0-4F42-85FF-0DD3D5A585A5}"/>
          </ac:spMkLst>
        </pc:spChg>
        <pc:spChg chg="add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42" creationId="{98DE6C44-43F8-4DE4-AB81-66853FFEA09A}"/>
          </ac:spMkLst>
        </pc:spChg>
        <pc:spChg chg="add">
          <ac:chgData name="Josephine C" userId="210fb3b367d84806" providerId="LiveId" clId="{0F576A4A-4A97-499D-A701-BCF25FA15D61}" dt="2026-08-31T01:26:08.254" v="722" actId="26606"/>
          <ac:spMkLst>
            <pc:docMk/>
            <pc:sldMk cId="3133406534" sldId="265"/>
            <ac:spMk id="44" creationId="{2409529B-9B56-4F10-BE4D-F934DB89E57E}"/>
          </ac:spMkLst>
        </pc:spChg>
        <pc:picChg chg="add del mod ord">
          <ac:chgData name="Josephine C" userId="210fb3b367d84806" providerId="LiveId" clId="{0F576A4A-4A97-499D-A701-BCF25FA15D61}" dt="2026-08-31T01:25:03.735" v="717" actId="478"/>
          <ac:picMkLst>
            <pc:docMk/>
            <pc:sldMk cId="3133406534" sldId="265"/>
            <ac:picMk id="5" creationId="{C223EF25-7964-BFF2-AE46-A80A623753E8}"/>
          </ac:picMkLst>
        </pc:picChg>
        <pc:picChg chg="add del mod ord">
          <ac:chgData name="Josephine C" userId="210fb3b367d84806" providerId="LiveId" clId="{0F576A4A-4A97-499D-A701-BCF25FA15D61}" dt="2026-08-31T01:25:54.676" v="721" actId="478"/>
          <ac:picMkLst>
            <pc:docMk/>
            <pc:sldMk cId="3133406534" sldId="265"/>
            <ac:picMk id="7" creationId="{4BE22170-B05B-0651-EE49-5BD7F270D08D}"/>
          </ac:picMkLst>
        </pc:picChg>
        <pc:picChg chg="add del mod">
          <ac:chgData name="Josephine C" userId="210fb3b367d84806" providerId="LiveId" clId="{0F576A4A-4A97-499D-A701-BCF25FA15D61}" dt="2026-08-31T01:25:01.841" v="716" actId="478"/>
          <ac:picMkLst>
            <pc:docMk/>
            <pc:sldMk cId="3133406534" sldId="265"/>
            <ac:picMk id="9" creationId="{8ECE2454-C2A6-9367-9C29-1FC1DE682E6E}"/>
          </ac:picMkLst>
        </pc:picChg>
        <pc:picChg chg="add mod ord">
          <ac:chgData name="Josephine C" userId="210fb3b367d84806" providerId="LiveId" clId="{0F576A4A-4A97-499D-A701-BCF25FA15D61}" dt="2026-08-31T01:25:49.663" v="720" actId="26606"/>
          <ac:picMkLst>
            <pc:docMk/>
            <pc:sldMk cId="3133406534" sldId="265"/>
            <ac:picMk id="13" creationId="{6DD84654-0B57-6944-3580-7BC7F96252DD}"/>
          </ac:picMkLst>
        </pc:picChg>
        <pc:picChg chg="add mod ord">
          <ac:chgData name="Josephine C" userId="210fb3b367d84806" providerId="LiveId" clId="{0F576A4A-4A97-499D-A701-BCF25FA15D61}" dt="2026-08-31T01:25:49.663" v="720" actId="26606"/>
          <ac:picMkLst>
            <pc:docMk/>
            <pc:sldMk cId="3133406534" sldId="265"/>
            <ac:picMk id="16" creationId="{06F68523-3549-7590-871F-F672B9A59ACF}"/>
          </ac:picMkLst>
        </pc:picChg>
        <pc:picChg chg="add mod">
          <ac:chgData name="Josephine C" userId="210fb3b367d84806" providerId="LiveId" clId="{0F576A4A-4A97-499D-A701-BCF25FA15D61}" dt="2026-08-31T01:25:49.663" v="720" actId="26606"/>
          <ac:picMkLst>
            <pc:docMk/>
            <pc:sldMk cId="3133406534" sldId="265"/>
            <ac:picMk id="18" creationId="{BE1566E8-AC81-C9F3-D85B-28DA52963133}"/>
          </ac:picMkLst>
        </pc:picChg>
      </pc:sldChg>
      <pc:sldChg chg="addSp delSp modSp new mod ord modTransition setBg">
        <pc:chgData name="Josephine C" userId="210fb3b367d84806" providerId="LiveId" clId="{0F576A4A-4A97-499D-A701-BCF25FA15D61}" dt="2026-09-01T00:37:58.177" v="1009" actId="20577"/>
        <pc:sldMkLst>
          <pc:docMk/>
          <pc:sldMk cId="3730021820" sldId="266"/>
        </pc:sldMkLst>
        <pc:spChg chg="mod">
          <ac:chgData name="Josephine C" userId="210fb3b367d84806" providerId="LiveId" clId="{0F576A4A-4A97-499D-A701-BCF25FA15D61}" dt="2026-09-01T00:37:58.177" v="1009" actId="20577"/>
          <ac:spMkLst>
            <pc:docMk/>
            <pc:sldMk cId="3730021820" sldId="266"/>
            <ac:spMk id="2" creationId="{810D7642-74EF-4CBF-BB1E-75E19C5033CD}"/>
          </ac:spMkLst>
        </pc:spChg>
        <pc:spChg chg="del">
          <ac:chgData name="Josephine C" userId="210fb3b367d84806" providerId="LiveId" clId="{0F576A4A-4A97-499D-A701-BCF25FA15D61}" dt="2026-08-31T00:31:49.064" v="261" actId="931"/>
          <ac:spMkLst>
            <pc:docMk/>
            <pc:sldMk cId="3730021820" sldId="266"/>
            <ac:spMk id="3" creationId="{2ED0661E-9E01-2016-0278-8FC2A6A06B63}"/>
          </ac:spMkLst>
        </pc:spChg>
        <pc:spChg chg="add del">
          <ac:chgData name="Josephine C" userId="210fb3b367d84806" providerId="LiveId" clId="{0F576A4A-4A97-499D-A701-BCF25FA15D61}" dt="2026-08-31T00:32:51.270" v="270" actId="26606"/>
          <ac:spMkLst>
            <pc:docMk/>
            <pc:sldMk cId="3730021820" sldId="266"/>
            <ac:spMk id="18" creationId="{928F64C6-FE22-4FC1-A763-DFCC514811BD}"/>
          </ac:spMkLst>
        </pc:spChg>
        <pc:picChg chg="add mod ord">
          <ac:chgData name="Josephine C" userId="210fb3b367d84806" providerId="LiveId" clId="{0F576A4A-4A97-499D-A701-BCF25FA15D61}" dt="2026-08-31T01:17:42.743" v="683"/>
          <ac:picMkLst>
            <pc:docMk/>
            <pc:sldMk cId="3730021820" sldId="266"/>
            <ac:picMk id="5" creationId="{FA25B460-2384-D633-6309-017B193F1652}"/>
          </ac:picMkLst>
        </pc:picChg>
        <pc:picChg chg="add mod">
          <ac:chgData name="Josephine C" userId="210fb3b367d84806" providerId="LiveId" clId="{0F576A4A-4A97-499D-A701-BCF25FA15D61}" dt="2026-08-31T00:32:51.270" v="270" actId="26606"/>
          <ac:picMkLst>
            <pc:docMk/>
            <pc:sldMk cId="3730021820" sldId="266"/>
            <ac:picMk id="7" creationId="{D2777429-7F72-23AC-9D9A-A83518247BB4}"/>
          </ac:picMkLst>
        </pc:picChg>
        <pc:picChg chg="add mod">
          <ac:chgData name="Josephine C" userId="210fb3b367d84806" providerId="LiveId" clId="{0F576A4A-4A97-499D-A701-BCF25FA15D61}" dt="2026-08-31T00:33:03.477" v="272" actId="14100"/>
          <ac:picMkLst>
            <pc:docMk/>
            <pc:sldMk cId="3730021820" sldId="266"/>
            <ac:picMk id="9" creationId="{1707914C-1320-47F1-5727-1FFEF8278A18}"/>
          </ac:picMkLst>
        </pc:picChg>
        <pc:picChg chg="add mod ord">
          <ac:chgData name="Josephine C" userId="210fb3b367d84806" providerId="LiveId" clId="{0F576A4A-4A97-499D-A701-BCF25FA15D61}" dt="2026-08-31T00:32:51.270" v="270" actId="26606"/>
          <ac:picMkLst>
            <pc:docMk/>
            <pc:sldMk cId="3730021820" sldId="266"/>
            <ac:picMk id="11" creationId="{3EBE8578-8B4E-1BE7-C4DE-0E45F6A6F742}"/>
          </ac:picMkLst>
        </pc:picChg>
        <pc:picChg chg="add mod">
          <ac:chgData name="Josephine C" userId="210fb3b367d84806" providerId="LiveId" clId="{0F576A4A-4A97-499D-A701-BCF25FA15D61}" dt="2026-08-31T00:33:13.302" v="274" actId="1076"/>
          <ac:picMkLst>
            <pc:docMk/>
            <pc:sldMk cId="3730021820" sldId="266"/>
            <ac:picMk id="13" creationId="{8A3A48AE-D80B-67E9-3150-A3E06D11C875}"/>
          </ac:picMkLst>
        </pc:picChg>
        <pc:cxnChg chg="add del">
          <ac:chgData name="Josephine C" userId="210fb3b367d84806" providerId="LiveId" clId="{0F576A4A-4A97-499D-A701-BCF25FA15D61}" dt="2026-08-31T00:32:51.270" v="270" actId="26606"/>
          <ac:cxnSpMkLst>
            <pc:docMk/>
            <pc:sldMk cId="3730021820" sldId="266"/>
            <ac:cxnSpMk id="20" creationId="{5C34627B-48E6-4F4D-B843-97717A86B490}"/>
          </ac:cxnSpMkLst>
        </pc:cxnChg>
      </pc:sldChg>
      <pc:sldChg chg="addSp delSp modSp new del mod">
        <pc:chgData name="Josephine C" userId="210fb3b367d84806" providerId="LiveId" clId="{0F576A4A-4A97-499D-A701-BCF25FA15D61}" dt="2026-08-31T01:29:18.114" v="737" actId="47"/>
        <pc:sldMkLst>
          <pc:docMk/>
          <pc:sldMk cId="1417608783" sldId="267"/>
        </pc:sldMkLst>
        <pc:spChg chg="mod ord">
          <ac:chgData name="Josephine C" userId="210fb3b367d84806" providerId="LiveId" clId="{0F576A4A-4A97-499D-A701-BCF25FA15D61}" dt="2026-08-31T01:29:11.937" v="736" actId="20577"/>
          <ac:spMkLst>
            <pc:docMk/>
            <pc:sldMk cId="1417608783" sldId="267"/>
            <ac:spMk id="2" creationId="{B6AA9374-0969-5018-12C0-DC1026B9DDAD}"/>
          </ac:spMkLst>
        </pc:spChg>
        <pc:spChg chg="del">
          <ac:chgData name="Josephine C" userId="210fb3b367d84806" providerId="LiveId" clId="{0F576A4A-4A97-499D-A701-BCF25FA15D61}" dt="2026-08-31T00:39:01.670" v="277" actId="931"/>
          <ac:spMkLst>
            <pc:docMk/>
            <pc:sldMk cId="1417608783" sldId="267"/>
            <ac:spMk id="3" creationId="{8C354715-F73E-4E94-DBEE-A01DD2FC0D07}"/>
          </ac:spMkLst>
        </pc:spChg>
        <pc:picChg chg="add mod ord">
          <ac:chgData name="Josephine C" userId="210fb3b367d84806" providerId="LiveId" clId="{0F576A4A-4A97-499D-A701-BCF25FA15D61}" dt="2026-08-31T00:42:58.828" v="326" actId="1076"/>
          <ac:picMkLst>
            <pc:docMk/>
            <pc:sldMk cId="1417608783" sldId="267"/>
            <ac:picMk id="5" creationId="{6CAD60F3-DC2B-1ECA-DAC9-5CD72C31ACD0}"/>
          </ac:picMkLst>
        </pc:picChg>
        <pc:picChg chg="add del mod">
          <ac:chgData name="Josephine C" userId="210fb3b367d84806" providerId="LiveId" clId="{0F576A4A-4A97-499D-A701-BCF25FA15D61}" dt="2026-08-31T00:42:52.554" v="325" actId="478"/>
          <ac:picMkLst>
            <pc:docMk/>
            <pc:sldMk cId="1417608783" sldId="267"/>
            <ac:picMk id="7" creationId="{506888AA-5A18-810D-A788-E84FB2C8F36B}"/>
          </ac:picMkLst>
        </pc:picChg>
        <pc:picChg chg="add mod">
          <ac:chgData name="Josephine C" userId="210fb3b367d84806" providerId="LiveId" clId="{0F576A4A-4A97-499D-A701-BCF25FA15D61}" dt="2026-08-31T00:41:59.268" v="309" actId="14100"/>
          <ac:picMkLst>
            <pc:docMk/>
            <pc:sldMk cId="1417608783" sldId="267"/>
            <ac:picMk id="9" creationId="{16FC7C1C-40EB-315B-F271-C49457D6349A}"/>
          </ac:picMkLst>
        </pc:picChg>
        <pc:picChg chg="add mod">
          <ac:chgData name="Josephine C" userId="210fb3b367d84806" providerId="LiveId" clId="{0F576A4A-4A97-499D-A701-BCF25FA15D61}" dt="2026-08-31T00:42:14.046" v="312" actId="14100"/>
          <ac:picMkLst>
            <pc:docMk/>
            <pc:sldMk cId="1417608783" sldId="267"/>
            <ac:picMk id="11" creationId="{ECA70301-7BD4-E950-52E0-62C1E2233AE2}"/>
          </ac:picMkLst>
        </pc:picChg>
      </pc:sldChg>
      <pc:sldChg chg="new del">
        <pc:chgData name="Josephine C" userId="210fb3b367d84806" providerId="LiveId" clId="{0F576A4A-4A97-499D-A701-BCF25FA15D61}" dt="2026-08-31T00:44:20.154" v="341" actId="47"/>
        <pc:sldMkLst>
          <pc:docMk/>
          <pc:sldMk cId="457967688" sldId="268"/>
        </pc:sldMkLst>
      </pc:sldChg>
      <pc:sldChg chg="addSp delSp modSp new mod modTransition setBg delDesignElem">
        <pc:chgData name="Josephine C" userId="210fb3b367d84806" providerId="LiveId" clId="{0F576A4A-4A97-499D-A701-BCF25FA15D61}" dt="2026-09-01T00:16:12.762" v="993"/>
        <pc:sldMkLst>
          <pc:docMk/>
          <pc:sldMk cId="3839122557" sldId="268"/>
        </pc:sldMkLst>
        <pc:spChg chg="add mod">
          <ac:chgData name="Josephine C" userId="210fb3b367d84806" providerId="LiveId" clId="{0F576A4A-4A97-499D-A701-BCF25FA15D61}" dt="2026-08-31T00:49:45.459" v="381" actId="26606"/>
          <ac:spMkLst>
            <pc:docMk/>
            <pc:sldMk cId="3839122557" sldId="268"/>
            <ac:spMk id="6" creationId="{170F4491-A71E-66F6-0095-04CA9B73CA8F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839122557" sldId="268"/>
            <ac:spMk id="11" creationId="{27BDFED6-6E33-4606-AFE2-886ADB1C018E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839122557" sldId="268"/>
            <ac:spMk id="13" creationId="{890DEF05-784E-4B61-89E4-04C4ECF4E5A0}"/>
          </ac:spMkLst>
        </pc:spChg>
        <pc:picChg chg="add mod">
          <ac:chgData name="Josephine C" userId="210fb3b367d84806" providerId="LiveId" clId="{0F576A4A-4A97-499D-A701-BCF25FA15D61}" dt="2026-08-31T00:49:45.459" v="381" actId="26606"/>
          <ac:picMkLst>
            <pc:docMk/>
            <pc:sldMk cId="3839122557" sldId="268"/>
            <ac:picMk id="3" creationId="{DB7DE6E7-D22C-F5C1-8BBF-84372F4E5F68}"/>
          </ac:picMkLst>
        </pc:picChg>
        <pc:picChg chg="add mod">
          <ac:chgData name="Josephine C" userId="210fb3b367d84806" providerId="LiveId" clId="{0F576A4A-4A97-499D-A701-BCF25FA15D61}" dt="2026-08-31T00:49:45.459" v="381" actId="26606"/>
          <ac:picMkLst>
            <pc:docMk/>
            <pc:sldMk cId="3839122557" sldId="268"/>
            <ac:picMk id="5" creationId="{33F094BF-954C-E874-79C1-D05A754AB8E7}"/>
          </ac:picMkLst>
        </pc:picChg>
        <pc:cxnChg chg="add del">
          <ac:chgData name="Josephine C" userId="210fb3b367d84806" providerId="LiveId" clId="{0F576A4A-4A97-499D-A701-BCF25FA15D61}" dt="2026-08-31T01:17:42.743" v="683"/>
          <ac:cxnSpMkLst>
            <pc:docMk/>
            <pc:sldMk cId="3839122557" sldId="268"/>
            <ac:cxnSpMk id="15" creationId="{C41BAEC7-F7B0-4224-8B18-8F74B7D87F0B}"/>
          </ac:cxnSpMkLst>
        </pc:cxnChg>
      </pc:sldChg>
      <pc:sldChg chg="addSp delSp modSp new mod ord modTransition setBg modClrScheme delDesignElem chgLayout">
        <pc:chgData name="Josephine C" userId="210fb3b367d84806" providerId="LiveId" clId="{0F576A4A-4A97-499D-A701-BCF25FA15D61}" dt="2026-09-01T00:15:53.932" v="991"/>
        <pc:sldMkLst>
          <pc:docMk/>
          <pc:sldMk cId="713774475" sldId="269"/>
        </pc:sldMkLst>
        <pc:spChg chg="add mod ord">
          <ac:chgData name="Josephine C" userId="210fb3b367d84806" providerId="LiveId" clId="{0F576A4A-4A97-499D-A701-BCF25FA15D61}" dt="2026-08-31T00:51:07.088" v="402" actId="20577"/>
          <ac:spMkLst>
            <pc:docMk/>
            <pc:sldMk cId="713774475" sldId="269"/>
            <ac:spMk id="8" creationId="{4D425843-8C65-B087-3123-46E8E3D367A0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713774475" sldId="269"/>
            <ac:spMk id="13" creationId="{7E734232-46A8-4884-9A59-B7E3BA4BC313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713774475" sldId="269"/>
            <ac:spMk id="15" creationId="{D346B8D2-3218-41A5-B817-9ABFB108C6DA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713774475" sldId="269"/>
            <ac:spMk id="17" creationId="{88D6B9EF-FF47-487C-8B82-F9F2B9A54AD6}"/>
          </ac:spMkLst>
        </pc:spChg>
        <pc:picChg chg="add mod ord">
          <ac:chgData name="Josephine C" userId="210fb3b367d84806" providerId="LiveId" clId="{0F576A4A-4A97-499D-A701-BCF25FA15D61}" dt="2026-08-31T00:50:51.545" v="385" actId="26606"/>
          <ac:picMkLst>
            <pc:docMk/>
            <pc:sldMk cId="713774475" sldId="269"/>
            <ac:picMk id="3" creationId="{20ADD37C-BEF3-3756-D4A3-1797CA99FB2C}"/>
          </ac:picMkLst>
        </pc:picChg>
        <pc:picChg chg="add mod ord">
          <ac:chgData name="Josephine C" userId="210fb3b367d84806" providerId="LiveId" clId="{0F576A4A-4A97-499D-A701-BCF25FA15D61}" dt="2026-08-31T00:50:51.545" v="385" actId="26606"/>
          <ac:picMkLst>
            <pc:docMk/>
            <pc:sldMk cId="713774475" sldId="269"/>
            <ac:picMk id="5" creationId="{BC8D2ACC-E068-E948-9CBF-4088629DF95B}"/>
          </ac:picMkLst>
        </pc:picChg>
        <pc:picChg chg="add mod">
          <ac:chgData name="Josephine C" userId="210fb3b367d84806" providerId="LiveId" clId="{0F576A4A-4A97-499D-A701-BCF25FA15D61}" dt="2026-08-31T00:50:51.545" v="385" actId="26606"/>
          <ac:picMkLst>
            <pc:docMk/>
            <pc:sldMk cId="713774475" sldId="269"/>
            <ac:picMk id="7" creationId="{F388CBDA-F395-C431-48B9-1E726AF7708A}"/>
          </ac:picMkLst>
        </pc:picChg>
      </pc:sldChg>
      <pc:sldChg chg="addSp delSp modSp new mod modTransition setBg addAnim delAnim delDesignElem">
        <pc:chgData name="Josephine C" userId="210fb3b367d84806" providerId="LiveId" clId="{0F576A4A-4A97-499D-A701-BCF25FA15D61}" dt="2026-09-01T00:18:53.342" v="998"/>
        <pc:sldMkLst>
          <pc:docMk/>
          <pc:sldMk cId="3735176053" sldId="270"/>
        </pc:sldMkLst>
        <pc:spChg chg="mod ord">
          <ac:chgData name="Josephine C" userId="210fb3b367d84806" providerId="LiveId" clId="{0F576A4A-4A97-499D-A701-BCF25FA15D61}" dt="2026-08-31T00:55:07.927" v="420" actId="26606"/>
          <ac:spMkLst>
            <pc:docMk/>
            <pc:sldMk cId="3735176053" sldId="270"/>
            <ac:spMk id="2" creationId="{86D9F2B8-B71B-58D8-9361-AB98434CED06}"/>
          </ac:spMkLst>
        </pc:spChg>
        <pc:spChg chg="add del">
          <ac:chgData name="Josephine C" userId="210fb3b367d84806" providerId="LiveId" clId="{0F576A4A-4A97-499D-A701-BCF25FA15D61}" dt="2026-08-31T00:55:07.927" v="420" actId="26606"/>
          <ac:spMkLst>
            <pc:docMk/>
            <pc:sldMk cId="3735176053" sldId="270"/>
            <ac:spMk id="15" creationId="{398F3DEE-0E56-499F-AFAE-C2DA7C2C815B}"/>
          </ac:spMkLst>
        </pc:spChg>
        <pc:spChg chg="add del">
          <ac:chgData name="Josephine C" userId="210fb3b367d84806" providerId="LiveId" clId="{0F576A4A-4A97-499D-A701-BCF25FA15D61}" dt="2026-08-31T00:55:07.927" v="420" actId="26606"/>
          <ac:spMkLst>
            <pc:docMk/>
            <pc:sldMk cId="3735176053" sldId="270"/>
            <ac:spMk id="17" creationId="{D4054751-1972-4218-A5AC-06366AB23823}"/>
          </ac:spMkLst>
        </pc:spChg>
        <pc:spChg chg="add del">
          <ac:chgData name="Josephine C" userId="210fb3b367d84806" providerId="LiveId" clId="{0F576A4A-4A97-499D-A701-BCF25FA15D61}" dt="2026-08-31T00:55:07.927" v="420" actId="26606"/>
          <ac:spMkLst>
            <pc:docMk/>
            <pc:sldMk cId="3735176053" sldId="270"/>
            <ac:spMk id="19" creationId="{53F16F31-4871-4294-AA34-E451DD4CD2D2}"/>
          </ac:spMkLst>
        </pc:spChg>
        <pc:spChg chg="add del">
          <ac:chgData name="Josephine C" userId="210fb3b367d84806" providerId="LiveId" clId="{0F576A4A-4A97-499D-A701-BCF25FA15D61}" dt="2026-08-31T00:55:07.927" v="420" actId="26606"/>
          <ac:spMkLst>
            <pc:docMk/>
            <pc:sldMk cId="3735176053" sldId="270"/>
            <ac:spMk id="21" creationId="{ABD3FB0A-8C48-462D-82B4-C52CDB3F076A}"/>
          </ac:spMkLst>
        </pc:spChg>
        <pc:spChg chg="add del">
          <ac:chgData name="Josephine C" userId="210fb3b367d84806" providerId="LiveId" clId="{0F576A4A-4A97-499D-A701-BCF25FA15D61}" dt="2026-08-31T00:55:07.927" v="419" actId="26606"/>
          <ac:spMkLst>
            <pc:docMk/>
            <pc:sldMk cId="3735176053" sldId="270"/>
            <ac:spMk id="26" creationId="{1B3B45E2-3BE0-AF7D-369C-F3DC2968F9E9}"/>
          </ac:spMkLst>
        </pc:spChg>
        <pc:spChg chg="add del">
          <ac:chgData name="Josephine C" userId="210fb3b367d84806" providerId="LiveId" clId="{0F576A4A-4A97-499D-A701-BCF25FA15D61}" dt="2026-08-31T00:55:07.927" v="419" actId="26606"/>
          <ac:spMkLst>
            <pc:docMk/>
            <pc:sldMk cId="3735176053" sldId="270"/>
            <ac:spMk id="28" creationId="{E21F74A5-B735-0F8D-63A1-E20BB85ED479}"/>
          </ac:spMkLst>
        </pc:spChg>
        <pc:spChg chg="add del">
          <ac:chgData name="Josephine C" userId="210fb3b367d84806" providerId="LiveId" clId="{0F576A4A-4A97-499D-A701-BCF25FA15D61}" dt="2026-08-31T00:55:07.927" v="419" actId="26606"/>
          <ac:spMkLst>
            <pc:docMk/>
            <pc:sldMk cId="3735176053" sldId="270"/>
            <ac:spMk id="30" creationId="{3273C44B-6EE9-7C41-FEF8-3D8C4AE581D4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735176053" sldId="270"/>
            <ac:spMk id="32" creationId="{75BDD038-F345-433A-B715-30DEEC15292F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3735176053" sldId="270"/>
            <ac:spMk id="33" creationId="{0B89AF2A-4ED1-4E6B-907C-ED98F10E750C}"/>
          </ac:spMkLst>
        </pc:spChg>
        <pc:picChg chg="add mod">
          <ac:chgData name="Josephine C" userId="210fb3b367d84806" providerId="LiveId" clId="{0F576A4A-4A97-499D-A701-BCF25FA15D61}" dt="2026-08-31T00:54:39.798" v="405" actId="26606"/>
          <ac:picMkLst>
            <pc:docMk/>
            <pc:sldMk cId="3735176053" sldId="270"/>
            <ac:picMk id="4" creationId="{294FF1A2-BD5B-6AB6-CCCB-9BA73F0EBBDC}"/>
          </ac:picMkLst>
        </pc:picChg>
        <pc:picChg chg="add mod ord">
          <ac:chgData name="Josephine C" userId="210fb3b367d84806" providerId="LiveId" clId="{0F576A4A-4A97-499D-A701-BCF25FA15D61}" dt="2026-08-31T00:55:07.927" v="420" actId="26606"/>
          <ac:picMkLst>
            <pc:docMk/>
            <pc:sldMk cId="3735176053" sldId="270"/>
            <ac:picMk id="6" creationId="{2C006893-3AF6-7952-A530-66D7901B94D1}"/>
          </ac:picMkLst>
        </pc:picChg>
        <pc:picChg chg="add mod ord">
          <ac:chgData name="Josephine C" userId="210fb3b367d84806" providerId="LiveId" clId="{0F576A4A-4A97-499D-A701-BCF25FA15D61}" dt="2026-08-31T00:55:07.927" v="420" actId="26606"/>
          <ac:picMkLst>
            <pc:docMk/>
            <pc:sldMk cId="3735176053" sldId="270"/>
            <ac:picMk id="8" creationId="{644B55D9-B124-4F16-BE83-325BF1804467}"/>
          </ac:picMkLst>
        </pc:picChg>
        <pc:picChg chg="add mod ord">
          <ac:chgData name="Josephine C" userId="210fb3b367d84806" providerId="LiveId" clId="{0F576A4A-4A97-499D-A701-BCF25FA15D61}" dt="2026-08-31T00:55:07.927" v="420" actId="26606"/>
          <ac:picMkLst>
            <pc:docMk/>
            <pc:sldMk cId="3735176053" sldId="270"/>
            <ac:picMk id="10" creationId="{26A70C28-7687-087E-8E0B-1E0690F0C092}"/>
          </ac:picMkLst>
        </pc:picChg>
      </pc:sldChg>
      <pc:sldChg chg="addSp delSp modSp new mod ord modTransition setBg addAnim delAnim delDesignElem">
        <pc:chgData name="Josephine C" userId="210fb3b367d84806" providerId="LiveId" clId="{0F576A4A-4A97-499D-A701-BCF25FA15D61}" dt="2026-09-01T00:15:41.914" v="989"/>
        <pc:sldMkLst>
          <pc:docMk/>
          <pc:sldMk cId="4146076922" sldId="271"/>
        </pc:sldMkLst>
        <pc:spChg chg="mod ord">
          <ac:chgData name="Josephine C" userId="210fb3b367d84806" providerId="LiveId" clId="{0F576A4A-4A97-499D-A701-BCF25FA15D61}" dt="2026-08-31T01:20:59.715" v="715" actId="20577"/>
          <ac:spMkLst>
            <pc:docMk/>
            <pc:sldMk cId="4146076922" sldId="271"/>
            <ac:spMk id="2" creationId="{F179E101-0EA7-8559-B3C3-BBFF5B89E2A1}"/>
          </ac:spMkLst>
        </pc:spChg>
        <pc:spChg chg="add del">
          <ac:chgData name="Josephine C" userId="210fb3b367d84806" providerId="LiveId" clId="{0F576A4A-4A97-499D-A701-BCF25FA15D61}" dt="2026-08-31T00:59:22.916" v="443" actId="26606"/>
          <ac:spMkLst>
            <pc:docMk/>
            <pc:sldMk cId="4146076922" sldId="271"/>
            <ac:spMk id="9" creationId="{37C89E4B-3C9F-44B9-8B86-D9E3D112D8EC}"/>
          </ac:spMkLst>
        </pc:spChg>
        <pc:spChg chg="add del">
          <ac:chgData name="Josephine C" userId="210fb3b367d84806" providerId="LiveId" clId="{0F576A4A-4A97-499D-A701-BCF25FA15D61}" dt="2026-08-31T00:59:17.703" v="439" actId="26606"/>
          <ac:spMkLst>
            <pc:docMk/>
            <pc:sldMk cId="4146076922" sldId="271"/>
            <ac:spMk id="18" creationId="{4D4677D2-D5AC-4CF9-9EED-2B89D0A1C212}"/>
          </ac:spMkLst>
        </pc:spChg>
        <pc:spChg chg="add del">
          <ac:chgData name="Josephine C" userId="210fb3b367d84806" providerId="LiveId" clId="{0F576A4A-4A97-499D-A701-BCF25FA15D61}" dt="2026-08-31T00:59:17.703" v="439" actId="26606"/>
          <ac:spMkLst>
            <pc:docMk/>
            <pc:sldMk cId="4146076922" sldId="271"/>
            <ac:spMk id="20" creationId="{C6D54F7E-825A-4BBA-815F-35CCA8B97786}"/>
          </ac:spMkLst>
        </pc:spChg>
        <pc:spChg chg="add del">
          <ac:chgData name="Josephine C" userId="210fb3b367d84806" providerId="LiveId" clId="{0F576A4A-4A97-499D-A701-BCF25FA15D61}" dt="2026-08-31T00:59:22.900" v="442" actId="26606"/>
          <ac:spMkLst>
            <pc:docMk/>
            <pc:sldMk cId="4146076922" sldId="271"/>
            <ac:spMk id="23" creationId="{37C89E4B-3C9F-44B9-8B86-D9E3D112D8EC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146076922" sldId="271"/>
            <ac:spMk id="26" creationId="{C1DD1A8A-57D5-4A81-AD04-532B043C5611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146076922" sldId="271"/>
            <ac:spMk id="27" creationId="{007891EC-4501-44ED-A8C8-B11B6DB767AB}"/>
          </ac:spMkLst>
        </pc:spChg>
        <pc:picChg chg="add mod">
          <ac:chgData name="Josephine C" userId="210fb3b367d84806" providerId="LiveId" clId="{0F576A4A-4A97-499D-A701-BCF25FA15D61}" dt="2026-08-31T00:59:22.916" v="443" actId="26606"/>
          <ac:picMkLst>
            <pc:docMk/>
            <pc:sldMk cId="4146076922" sldId="271"/>
            <ac:picMk id="4" creationId="{BFB575C9-A9BA-AF0D-3D5A-E99D96A9E4FE}"/>
          </ac:picMkLst>
        </pc:picChg>
        <pc:inkChg chg="add">
          <ac:chgData name="Josephine C" userId="210fb3b367d84806" providerId="LiveId" clId="{0F576A4A-4A97-499D-A701-BCF25FA15D61}" dt="2026-08-31T01:19:55.358" v="692" actId="9405"/>
          <ac:inkMkLst>
            <pc:docMk/>
            <pc:sldMk cId="4146076922" sldId="271"/>
            <ac:inkMk id="5" creationId="{879452DF-C7BE-64B3-39ED-7F31CD1A733A}"/>
          </ac:inkMkLst>
        </pc:inkChg>
        <pc:inkChg chg="add">
          <ac:chgData name="Josephine C" userId="210fb3b367d84806" providerId="LiveId" clId="{0F576A4A-4A97-499D-A701-BCF25FA15D61}" dt="2026-08-31T01:19:55.912" v="693" actId="9405"/>
          <ac:inkMkLst>
            <pc:docMk/>
            <pc:sldMk cId="4146076922" sldId="271"/>
            <ac:inkMk id="6" creationId="{54B86B60-F126-78D0-6BF7-DD95C7059552}"/>
          </ac:inkMkLst>
        </pc:inkChg>
        <pc:inkChg chg="add del">
          <ac:chgData name="Josephine C" userId="210fb3b367d84806" providerId="LiveId" clId="{0F576A4A-4A97-499D-A701-BCF25FA15D61}" dt="2026-08-31T01:19:59.956" v="695" actId="9405"/>
          <ac:inkMkLst>
            <pc:docMk/>
            <pc:sldMk cId="4146076922" sldId="271"/>
            <ac:inkMk id="7" creationId="{78F875D1-E50F-5C16-17B2-FBACAA29E962}"/>
          </ac:inkMkLst>
        </pc:inkChg>
        <pc:inkChg chg="add del">
          <ac:chgData name="Josephine C" userId="210fb3b367d84806" providerId="LiveId" clId="{0F576A4A-4A97-499D-A701-BCF25FA15D61}" dt="2026-08-31T01:20:10.906" v="697" actId="9405"/>
          <ac:inkMkLst>
            <pc:docMk/>
            <pc:sldMk cId="4146076922" sldId="271"/>
            <ac:inkMk id="8" creationId="{38CC90AA-C912-5FD4-9A79-917D38FE6C0B}"/>
          </ac:inkMkLst>
        </pc:inkChg>
        <pc:cxnChg chg="add del">
          <ac:chgData name="Josephine C" userId="210fb3b367d84806" providerId="LiveId" clId="{0F576A4A-4A97-499D-A701-BCF25FA15D61}" dt="2026-08-31T00:59:22.916" v="443" actId="26606"/>
          <ac:cxnSpMkLst>
            <pc:docMk/>
            <pc:sldMk cId="4146076922" sldId="271"/>
            <ac:cxnSpMk id="11" creationId="{AA2EAA10-076F-46BD-8F0F-B9A2FB77A85C}"/>
          </ac:cxnSpMkLst>
        </pc:cxnChg>
        <pc:cxnChg chg="add del">
          <ac:chgData name="Josephine C" userId="210fb3b367d84806" providerId="LiveId" clId="{0F576A4A-4A97-499D-A701-BCF25FA15D61}" dt="2026-08-31T00:59:22.916" v="443" actId="26606"/>
          <ac:cxnSpMkLst>
            <pc:docMk/>
            <pc:sldMk cId="4146076922" sldId="271"/>
            <ac:cxnSpMk id="13" creationId="{D891E407-403B-4764-86C9-33A56D3BCAA3}"/>
          </ac:cxnSpMkLst>
        </pc:cxnChg>
        <pc:cxnChg chg="add del">
          <ac:chgData name="Josephine C" userId="210fb3b367d84806" providerId="LiveId" clId="{0F576A4A-4A97-499D-A701-BCF25FA15D61}" dt="2026-08-31T00:59:22.900" v="442" actId="26606"/>
          <ac:cxnSpMkLst>
            <pc:docMk/>
            <pc:sldMk cId="4146076922" sldId="271"/>
            <ac:cxnSpMk id="22" creationId="{D891E407-403B-4764-86C9-33A56D3BCAA3}"/>
          </ac:cxnSpMkLst>
        </pc:cxnChg>
        <pc:cxnChg chg="add del">
          <ac:chgData name="Josephine C" userId="210fb3b367d84806" providerId="LiveId" clId="{0F576A4A-4A97-499D-A701-BCF25FA15D61}" dt="2026-08-31T00:59:22.900" v="442" actId="26606"/>
          <ac:cxnSpMkLst>
            <pc:docMk/>
            <pc:sldMk cId="4146076922" sldId="271"/>
            <ac:cxnSpMk id="24" creationId="{AA2EAA10-076F-46BD-8F0F-B9A2FB77A85C}"/>
          </ac:cxnSpMkLst>
        </pc:cxnChg>
      </pc:sldChg>
      <pc:sldChg chg="addSp delSp modSp new mod modTransition setBg delDesignElem">
        <pc:chgData name="Josephine C" userId="210fb3b367d84806" providerId="LiveId" clId="{0F576A4A-4A97-499D-A701-BCF25FA15D61}" dt="2026-09-01T00:39:57.858" v="1025" actId="1076"/>
        <pc:sldMkLst>
          <pc:docMk/>
          <pc:sldMk cId="427860026" sldId="272"/>
        </pc:sldMkLst>
        <pc:spChg chg="mod ord">
          <ac:chgData name="Josephine C" userId="210fb3b367d84806" providerId="LiveId" clId="{0F576A4A-4A97-499D-A701-BCF25FA15D61}" dt="2026-08-31T01:10:38.555" v="634" actId="26606"/>
          <ac:spMkLst>
            <pc:docMk/>
            <pc:sldMk cId="427860026" sldId="272"/>
            <ac:spMk id="2" creationId="{FB1B6FEF-7035-6F01-FC09-2715E4891517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27860026" sldId="272"/>
            <ac:spMk id="9" creationId="{6F828D28-8E09-41CC-8229-3070B5467A96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27860026" sldId="272"/>
            <ac:spMk id="11" creationId="{D5B012D8-7F27-4758-9AC6-C889B154BD73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427860026" sldId="272"/>
            <ac:spMk id="13" creationId="{4063B759-00FC-46D1-9898-8E8625268FAF}"/>
          </ac:spMkLst>
        </pc:spChg>
        <pc:picChg chg="add mod">
          <ac:chgData name="Josephine C" userId="210fb3b367d84806" providerId="LiveId" clId="{0F576A4A-4A97-499D-A701-BCF25FA15D61}" dt="2026-08-31T01:10:38.555" v="634" actId="26606"/>
          <ac:picMkLst>
            <pc:docMk/>
            <pc:sldMk cId="427860026" sldId="272"/>
            <ac:picMk id="4" creationId="{AF7EECAB-56F2-DF81-45CF-675B79B93983}"/>
          </ac:picMkLst>
        </pc:picChg>
        <pc:picChg chg="add del mod">
          <ac:chgData name="Josephine C" userId="210fb3b367d84806" providerId="LiveId" clId="{0F576A4A-4A97-499D-A701-BCF25FA15D61}" dt="2026-09-01T00:39:08.080" v="1020" actId="478"/>
          <ac:picMkLst>
            <pc:docMk/>
            <pc:sldMk cId="427860026" sldId="272"/>
            <ac:picMk id="6" creationId="{B2F32D20-D8AD-8EEE-1C46-C0D8F2EC7B7A}"/>
          </ac:picMkLst>
        </pc:picChg>
        <pc:picChg chg="add del mod">
          <ac:chgData name="Josephine C" userId="210fb3b367d84806" providerId="LiveId" clId="{0F576A4A-4A97-499D-A701-BCF25FA15D61}" dt="2026-09-01T00:39:08.080" v="1020" actId="478"/>
          <ac:picMkLst>
            <pc:docMk/>
            <pc:sldMk cId="427860026" sldId="272"/>
            <ac:picMk id="8" creationId="{D6BD30E0-8EF7-87FC-DF25-08ECA10B6176}"/>
          </ac:picMkLst>
        </pc:picChg>
        <pc:picChg chg="add mod">
          <ac:chgData name="Josephine C" userId="210fb3b367d84806" providerId="LiveId" clId="{0F576A4A-4A97-499D-A701-BCF25FA15D61}" dt="2026-09-01T00:39:57.858" v="1025" actId="1076"/>
          <ac:picMkLst>
            <pc:docMk/>
            <pc:sldMk cId="427860026" sldId="272"/>
            <ac:picMk id="12" creationId="{F3C8569C-691B-C4AB-15B2-FE311653837D}"/>
          </ac:picMkLst>
        </pc:picChg>
      </pc:sldChg>
      <pc:sldChg chg="addSp delSp modSp new mod ord modTransition setBg delDesignElem">
        <pc:chgData name="Josephine C" userId="210fb3b367d84806" providerId="LiveId" clId="{0F576A4A-4A97-499D-A701-BCF25FA15D61}" dt="2026-09-01T00:15:34.123" v="988"/>
        <pc:sldMkLst>
          <pc:docMk/>
          <pc:sldMk cId="680473602" sldId="273"/>
        </pc:sldMkLst>
        <pc:spChg chg="mod">
          <ac:chgData name="Josephine C" userId="210fb3b367d84806" providerId="LiveId" clId="{0F576A4A-4A97-499D-A701-BCF25FA15D61}" dt="2026-08-31T01:13:54.398" v="651" actId="26606"/>
          <ac:spMkLst>
            <pc:docMk/>
            <pc:sldMk cId="680473602" sldId="273"/>
            <ac:spMk id="2" creationId="{607FF168-6094-0103-FD3F-AA7EB6E52E43}"/>
          </ac:spMkLst>
        </pc:spChg>
        <pc:spChg chg="add del">
          <ac:chgData name="Josephine C" userId="210fb3b367d84806" providerId="LiveId" clId="{0F576A4A-4A97-499D-A701-BCF25FA15D61}" dt="2026-08-31T01:13:54.398" v="651" actId="26606"/>
          <ac:spMkLst>
            <pc:docMk/>
            <pc:sldMk cId="680473602" sldId="273"/>
            <ac:spMk id="11" creationId="{022BDE4A-8A20-4A69-9C5A-581C82036A4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680473602" sldId="273"/>
            <ac:spMk id="16" creationId="{2151139A-886F-4B97-8815-729AD3831BBD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680473602" sldId="273"/>
            <ac:spMk id="18" creationId="{AB5E08C4-8CDD-4623-A5B8-E998C6DEE3B7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680473602" sldId="273"/>
            <ac:spMk id="20" creationId="{15F33878-D502-4FFA-8ACE-F2AECDB2A23F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680473602" sldId="273"/>
            <ac:spMk id="22" creationId="{D3539FEE-81D3-4406-802E-60B20B16F4F6}"/>
          </ac:spMkLst>
        </pc:spChg>
        <pc:spChg chg="add del">
          <ac:chgData name="Josephine C" userId="210fb3b367d84806" providerId="LiveId" clId="{0F576A4A-4A97-499D-A701-BCF25FA15D61}" dt="2026-08-31T01:17:42.743" v="683"/>
          <ac:spMkLst>
            <pc:docMk/>
            <pc:sldMk cId="680473602" sldId="273"/>
            <ac:spMk id="24" creationId="{DC701763-729E-462F-A5A8-E0DEFEB1E2E4}"/>
          </ac:spMkLst>
        </pc:spChg>
        <pc:picChg chg="add mod">
          <ac:chgData name="Josephine C" userId="210fb3b367d84806" providerId="LiveId" clId="{0F576A4A-4A97-499D-A701-BCF25FA15D61}" dt="2026-08-31T01:13:54.398" v="651" actId="26606"/>
          <ac:picMkLst>
            <pc:docMk/>
            <pc:sldMk cId="680473602" sldId="273"/>
            <ac:picMk id="4" creationId="{E38A582E-9F22-4997-733E-8FB3D921A561}"/>
          </ac:picMkLst>
        </pc:picChg>
        <pc:picChg chg="add mod">
          <ac:chgData name="Josephine C" userId="210fb3b367d84806" providerId="LiveId" clId="{0F576A4A-4A97-499D-A701-BCF25FA15D61}" dt="2026-08-31T01:13:54.398" v="651" actId="26606"/>
          <ac:picMkLst>
            <pc:docMk/>
            <pc:sldMk cId="680473602" sldId="273"/>
            <ac:picMk id="6" creationId="{3E659E6E-DB3D-A417-5DA1-831AB96FE2B4}"/>
          </ac:picMkLst>
        </pc:picChg>
      </pc:sldChg>
      <pc:sldChg chg="new del">
        <pc:chgData name="Josephine C" userId="210fb3b367d84806" providerId="LiveId" clId="{0F576A4A-4A97-499D-A701-BCF25FA15D61}" dt="2026-08-31T23:30:09.953" v="832" actId="47"/>
        <pc:sldMkLst>
          <pc:docMk/>
          <pc:sldMk cId="1414085760" sldId="274"/>
        </pc:sldMkLst>
      </pc:sldChg>
      <pc:sldChg chg="addSp modSp new mod ord modTransition">
        <pc:chgData name="Josephine C" userId="210fb3b367d84806" providerId="LiveId" clId="{0F576A4A-4A97-499D-A701-BCF25FA15D61}" dt="2026-09-01T00:18:33.787" v="997"/>
        <pc:sldMkLst>
          <pc:docMk/>
          <pc:sldMk cId="1609123711" sldId="274"/>
        </pc:sldMkLst>
        <pc:spChg chg="add mod ord">
          <ac:chgData name="Josephine C" userId="210fb3b367d84806" providerId="LiveId" clId="{0F576A4A-4A97-499D-A701-BCF25FA15D61}" dt="2026-09-01T00:04:41.087" v="935" actId="207"/>
          <ac:spMkLst>
            <pc:docMk/>
            <pc:sldMk cId="1609123711" sldId="274"/>
            <ac:spMk id="6" creationId="{3A6ECFBB-38E9-0266-C483-F0AB2CD2FF94}"/>
          </ac:spMkLst>
        </pc:spChg>
        <pc:picChg chg="add mod">
          <ac:chgData name="Josephine C" userId="210fb3b367d84806" providerId="LiveId" clId="{0F576A4A-4A97-499D-A701-BCF25FA15D61}" dt="2026-08-31T23:31:09.896" v="838" actId="14100"/>
          <ac:picMkLst>
            <pc:docMk/>
            <pc:sldMk cId="1609123711" sldId="274"/>
            <ac:picMk id="2" creationId="{C361A094-359D-D3CD-3D9A-BBD36A5AEB8D}"/>
          </ac:picMkLst>
        </pc:picChg>
        <pc:picChg chg="add mod">
          <ac:chgData name="Josephine C" userId="210fb3b367d84806" providerId="LiveId" clId="{0F576A4A-4A97-499D-A701-BCF25FA15D61}" dt="2026-08-31T23:31:48.588" v="843" actId="1076"/>
          <ac:picMkLst>
            <pc:docMk/>
            <pc:sldMk cId="1609123711" sldId="274"/>
            <ac:picMk id="3" creationId="{666BD42E-23AD-80F6-D137-5CCA4FDEFD23}"/>
          </ac:picMkLst>
        </pc:picChg>
        <pc:picChg chg="add mod">
          <ac:chgData name="Josephine C" userId="210fb3b367d84806" providerId="LiveId" clId="{0F576A4A-4A97-499D-A701-BCF25FA15D61}" dt="2026-08-31T23:33:28.727" v="850" actId="14100"/>
          <ac:picMkLst>
            <pc:docMk/>
            <pc:sldMk cId="1609123711" sldId="274"/>
            <ac:picMk id="4" creationId="{07102266-E33C-5077-77D9-3C5B6BB70A98}"/>
          </ac:picMkLst>
        </pc:picChg>
        <pc:picChg chg="add mod">
          <ac:chgData name="Josephine C" userId="210fb3b367d84806" providerId="LiveId" clId="{0F576A4A-4A97-499D-A701-BCF25FA15D61}" dt="2026-09-01T00:02:55.958" v="929" actId="1076"/>
          <ac:picMkLst>
            <pc:docMk/>
            <pc:sldMk cId="1609123711" sldId="274"/>
            <ac:picMk id="5" creationId="{6434ACD1-E329-7BEC-EE14-4FD3775C3401}"/>
          </ac:picMkLst>
        </pc:picChg>
      </pc:sldChg>
      <pc:sldChg chg="addSp delSp modSp new del mod setBg setClrOvrMap">
        <pc:chgData name="Josephine C" userId="210fb3b367d84806" providerId="LiveId" clId="{0F576A4A-4A97-499D-A701-BCF25FA15D61}" dt="2026-08-31T23:30:00.916" v="830" actId="47"/>
        <pc:sldMkLst>
          <pc:docMk/>
          <pc:sldMk cId="2363515947" sldId="274"/>
        </pc:sldMkLst>
        <pc:spChg chg="add mod ord">
          <ac:chgData name="Josephine C" userId="210fb3b367d84806" providerId="LiveId" clId="{0F576A4A-4A97-499D-A701-BCF25FA15D61}" dt="2026-08-31T23:29:12.748" v="819" actId="26606"/>
          <ac:spMkLst>
            <pc:docMk/>
            <pc:sldMk cId="2363515947" sldId="274"/>
            <ac:spMk id="2" creationId="{46927B71-58A0-C40F-349D-4B4BCD400DF8}"/>
          </ac:spMkLst>
        </pc:spChg>
        <pc:spChg chg="add del">
          <ac:chgData name="Josephine C" userId="210fb3b367d84806" providerId="LiveId" clId="{0F576A4A-4A97-499D-A701-BCF25FA15D61}" dt="2026-08-31T01:51:09.136" v="759" actId="26606"/>
          <ac:spMkLst>
            <pc:docMk/>
            <pc:sldMk cId="2363515947" sldId="274"/>
            <ac:spMk id="8" creationId="{71B2258F-86CA-4D4D-8270-BC05FCDEBFB3}"/>
          </ac:spMkLst>
        </pc:spChg>
        <pc:spChg chg="add del">
          <ac:chgData name="Josephine C" userId="210fb3b367d84806" providerId="LiveId" clId="{0F576A4A-4A97-499D-A701-BCF25FA15D61}" dt="2026-08-31T01:51:10.143" v="761" actId="26606"/>
          <ac:spMkLst>
            <pc:docMk/>
            <pc:sldMk cId="2363515947" sldId="274"/>
            <ac:spMk id="10" creationId="{178FB36B-5BFE-42CA-BC60-1115E0D95EEC}"/>
          </ac:spMkLst>
        </pc:spChg>
        <pc:spChg chg="add del">
          <ac:chgData name="Josephine C" userId="210fb3b367d84806" providerId="LiveId" clId="{0F576A4A-4A97-499D-A701-BCF25FA15D61}" dt="2026-08-31T01:51:10.143" v="761" actId="26606"/>
          <ac:spMkLst>
            <pc:docMk/>
            <pc:sldMk cId="2363515947" sldId="274"/>
            <ac:spMk id="11" creationId="{ECC07320-C2CA-4E29-8481-9D9E143C7788}"/>
          </ac:spMkLst>
        </pc:spChg>
        <pc:spChg chg="add del">
          <ac:chgData name="Josephine C" userId="210fb3b367d84806" providerId="LiveId" clId="{0F576A4A-4A97-499D-A701-BCF25FA15D61}" dt="2026-08-31T01:53:02.865" v="769" actId="26606"/>
          <ac:spMkLst>
            <pc:docMk/>
            <pc:sldMk cId="2363515947" sldId="274"/>
            <ac:spMk id="12" creationId="{FEFBFA78-9360-1E01-5448-6D5AE0A32601}"/>
          </ac:spMkLst>
        </pc:spChg>
        <pc:spChg chg="add del">
          <ac:chgData name="Josephine C" userId="210fb3b367d84806" providerId="LiveId" clId="{0F576A4A-4A97-499D-A701-BCF25FA15D61}" dt="2026-08-31T01:53:02.865" v="769" actId="26606"/>
          <ac:spMkLst>
            <pc:docMk/>
            <pc:sldMk cId="2363515947" sldId="274"/>
            <ac:spMk id="13" creationId="{4D60F200-5EB0-B223-2439-C96C67F0FEE1}"/>
          </ac:spMkLst>
        </pc:spChg>
        <pc:spChg chg="add del">
          <ac:chgData name="Josephine C" userId="210fb3b367d84806" providerId="LiveId" clId="{0F576A4A-4A97-499D-A701-BCF25FA15D61}" dt="2026-08-31T01:53:02.865" v="769" actId="26606"/>
          <ac:spMkLst>
            <pc:docMk/>
            <pc:sldMk cId="2363515947" sldId="274"/>
            <ac:spMk id="14" creationId="{1740453C-744F-DB3A-47EC-15EACE1DC117}"/>
          </ac:spMkLst>
        </pc:spChg>
        <pc:spChg chg="add del">
          <ac:chgData name="Josephine C" userId="210fb3b367d84806" providerId="LiveId" clId="{0F576A4A-4A97-499D-A701-BCF25FA15D61}" dt="2026-08-31T01:53:02.865" v="769" actId="26606"/>
          <ac:spMkLst>
            <pc:docMk/>
            <pc:sldMk cId="2363515947" sldId="274"/>
            <ac:spMk id="15" creationId="{A6567EA8-C72D-4B9B-D23F-6B2E9F9C9F47}"/>
          </ac:spMkLst>
        </pc:spChg>
        <pc:spChg chg="add del">
          <ac:chgData name="Josephine C" userId="210fb3b367d84806" providerId="LiveId" clId="{0F576A4A-4A97-499D-A701-BCF25FA15D61}" dt="2026-08-31T01:53:02.865" v="769" actId="26606"/>
          <ac:spMkLst>
            <pc:docMk/>
            <pc:sldMk cId="2363515947" sldId="274"/>
            <ac:spMk id="16" creationId="{B6924B03-77BD-EAE3-2854-43363FF8E6BB}"/>
          </ac:spMkLst>
        </pc:spChg>
        <pc:spChg chg="add del">
          <ac:chgData name="Josephine C" userId="210fb3b367d84806" providerId="LiveId" clId="{0F576A4A-4A97-499D-A701-BCF25FA15D61}" dt="2026-08-31T23:28:17.889" v="810" actId="26606"/>
          <ac:spMkLst>
            <pc:docMk/>
            <pc:sldMk cId="2363515947" sldId="274"/>
            <ac:spMk id="21" creationId="{4640C205-218C-672F-E272-6669A8633538}"/>
          </ac:spMkLst>
        </pc:spChg>
        <pc:spChg chg="add del">
          <ac:chgData name="Josephine C" userId="210fb3b367d84806" providerId="LiveId" clId="{0F576A4A-4A97-499D-A701-BCF25FA15D61}" dt="2026-08-31T23:28:17.889" v="810" actId="26606"/>
          <ac:spMkLst>
            <pc:docMk/>
            <pc:sldMk cId="2363515947" sldId="274"/>
            <ac:spMk id="23" creationId="{4F1E3FC6-01B3-DA78-E38F-320B81F0A8E0}"/>
          </ac:spMkLst>
        </pc:spChg>
        <pc:spChg chg="add del">
          <ac:chgData name="Josephine C" userId="210fb3b367d84806" providerId="LiveId" clId="{0F576A4A-4A97-499D-A701-BCF25FA15D61}" dt="2026-08-31T23:28:17.889" v="810" actId="26606"/>
          <ac:spMkLst>
            <pc:docMk/>
            <pc:sldMk cId="2363515947" sldId="274"/>
            <ac:spMk id="25" creationId="{16093059-50E3-1D5E-549E-1D0F5B688955}"/>
          </ac:spMkLst>
        </pc:spChg>
        <pc:spChg chg="add del">
          <ac:chgData name="Josephine C" userId="210fb3b367d84806" providerId="LiveId" clId="{0F576A4A-4A97-499D-A701-BCF25FA15D61}" dt="2026-08-31T23:28:11.693" v="807" actId="26606"/>
          <ac:spMkLst>
            <pc:docMk/>
            <pc:sldMk cId="2363515947" sldId="274"/>
            <ac:spMk id="30" creationId="{A93898FF-D987-4B0E-BFB4-85F5EB356D4D}"/>
          </ac:spMkLst>
        </pc:spChg>
        <pc:spChg chg="add del">
          <ac:chgData name="Josephine C" userId="210fb3b367d84806" providerId="LiveId" clId="{0F576A4A-4A97-499D-A701-BCF25FA15D61}" dt="2026-08-31T23:28:11.693" v="807" actId="26606"/>
          <ac:spMkLst>
            <pc:docMk/>
            <pc:sldMk cId="2363515947" sldId="274"/>
            <ac:spMk id="32" creationId="{612F383F-B981-4BC3-9E2B-7BE938CEF3EC}"/>
          </ac:spMkLst>
        </pc:spChg>
        <pc:spChg chg="add del">
          <ac:chgData name="Josephine C" userId="210fb3b367d84806" providerId="LiveId" clId="{0F576A4A-4A97-499D-A701-BCF25FA15D61}" dt="2026-08-31T23:28:11.693" v="807" actId="26606"/>
          <ac:spMkLst>
            <pc:docMk/>
            <pc:sldMk cId="2363515947" sldId="274"/>
            <ac:spMk id="34" creationId="{5AA485AD-076E-4077-A6E6-C3C9F0C39FF2}"/>
          </ac:spMkLst>
        </pc:spChg>
        <pc:spChg chg="add del">
          <ac:chgData name="Josephine C" userId="210fb3b367d84806" providerId="LiveId" clId="{0F576A4A-4A97-499D-A701-BCF25FA15D61}" dt="2026-08-31T23:28:11.693" v="807" actId="26606"/>
          <ac:spMkLst>
            <pc:docMk/>
            <pc:sldMk cId="2363515947" sldId="274"/>
            <ac:spMk id="38" creationId="{58D235B8-3D10-493F-88AC-84BB404C1B5A}"/>
          </ac:spMkLst>
        </pc:spChg>
        <pc:spChg chg="add del">
          <ac:chgData name="Josephine C" userId="210fb3b367d84806" providerId="LiveId" clId="{0F576A4A-4A97-499D-A701-BCF25FA15D61}" dt="2026-08-31T23:28:11.693" v="807" actId="26606"/>
          <ac:spMkLst>
            <pc:docMk/>
            <pc:sldMk cId="2363515947" sldId="274"/>
            <ac:spMk id="40" creationId="{42A4FC2C-047E-45A5-965D-8E1E3BF09BC6}"/>
          </ac:spMkLst>
        </pc:spChg>
        <pc:spChg chg="add del">
          <ac:chgData name="Josephine C" userId="210fb3b367d84806" providerId="LiveId" clId="{0F576A4A-4A97-499D-A701-BCF25FA15D61}" dt="2026-08-31T23:28:17.873" v="809" actId="26606"/>
          <ac:spMkLst>
            <pc:docMk/>
            <pc:sldMk cId="2363515947" sldId="274"/>
            <ac:spMk id="42" creationId="{B6DBFCBF-E869-4150-807D-0EA34DD58BEF}"/>
          </ac:spMkLst>
        </pc:spChg>
        <pc:grpChg chg="add del">
          <ac:chgData name="Josephine C" userId="210fb3b367d84806" providerId="LiveId" clId="{0F576A4A-4A97-499D-A701-BCF25FA15D61}" dt="2026-08-31T23:28:17.873" v="809" actId="26606"/>
          <ac:grpSpMkLst>
            <pc:docMk/>
            <pc:sldMk cId="2363515947" sldId="274"/>
            <ac:grpSpMk id="43" creationId="{AC0B7807-0C83-4963-821A-69B172722E49}"/>
          </ac:grpSpMkLst>
        </pc:grpChg>
        <pc:grpChg chg="add del">
          <ac:chgData name="Josephine C" userId="210fb3b367d84806" providerId="LiveId" clId="{0F576A4A-4A97-499D-A701-BCF25FA15D61}" dt="2026-08-31T23:29:12.748" v="819" actId="26606"/>
          <ac:grpSpMkLst>
            <pc:docMk/>
            <pc:sldMk cId="2363515947" sldId="274"/>
            <ac:grpSpMk id="46" creationId="{6E6A7843-BDFD-C2D2-9692-F22596FFBF21}"/>
          </ac:grpSpMkLst>
        </pc:grpChg>
        <pc:grpChg chg="add">
          <ac:chgData name="Josephine C" userId="210fb3b367d84806" providerId="LiveId" clId="{0F576A4A-4A97-499D-A701-BCF25FA15D61}" dt="2026-08-31T23:29:12.748" v="819" actId="26606"/>
          <ac:grpSpMkLst>
            <pc:docMk/>
            <pc:sldMk cId="2363515947" sldId="274"/>
            <ac:grpSpMk id="54" creationId="{7474856F-FDF6-1A25-CF43-424497121163}"/>
          </ac:grpSpMkLst>
        </pc:grpChg>
        <pc:picChg chg="add del mod ord">
          <ac:chgData name="Josephine C" userId="210fb3b367d84806" providerId="LiveId" clId="{0F576A4A-4A97-499D-A701-BCF25FA15D61}" dt="2026-08-31T23:29:49.720" v="828" actId="478"/>
          <ac:picMkLst>
            <pc:docMk/>
            <pc:sldMk cId="2363515947" sldId="274"/>
            <ac:picMk id="3" creationId="{CBF982CC-BE68-3C58-2B20-7E7C9BEDB7FB}"/>
          </ac:picMkLst>
        </pc:picChg>
        <pc:picChg chg="add del mod ord">
          <ac:chgData name="Josephine C" userId="210fb3b367d84806" providerId="LiveId" clId="{0F576A4A-4A97-499D-A701-BCF25FA15D61}" dt="2026-08-31T23:29:47.778" v="827" actId="478"/>
          <ac:picMkLst>
            <pc:docMk/>
            <pc:sldMk cId="2363515947" sldId="274"/>
            <ac:picMk id="4" creationId="{ACD96AA8-AC88-ECE3-00A6-45565E07CEC2}"/>
          </ac:picMkLst>
        </pc:picChg>
        <pc:picChg chg="add del mod ord">
          <ac:chgData name="Josephine C" userId="210fb3b367d84806" providerId="LiveId" clId="{0F576A4A-4A97-499D-A701-BCF25FA15D61}" dt="2026-08-31T23:29:45.004" v="826" actId="478"/>
          <ac:picMkLst>
            <pc:docMk/>
            <pc:sldMk cId="2363515947" sldId="274"/>
            <ac:picMk id="5" creationId="{E81CFD7A-6669-1DB2-1C96-3A96F896F1AA}"/>
          </ac:picMkLst>
        </pc:picChg>
        <pc:picChg chg="add del mod ord">
          <ac:chgData name="Josephine C" userId="210fb3b367d84806" providerId="LiveId" clId="{0F576A4A-4A97-499D-A701-BCF25FA15D61}" dt="2026-08-31T23:29:50.934" v="829" actId="478"/>
          <ac:picMkLst>
            <pc:docMk/>
            <pc:sldMk cId="2363515947" sldId="274"/>
            <ac:picMk id="6" creationId="{1BD1B6E7-D917-B612-2CAC-3253EB347359}"/>
          </ac:picMkLst>
        </pc:picChg>
      </pc:sldChg>
      <pc:sldChg chg="addSp delSp new del mod ord modClrScheme chgLayout">
        <pc:chgData name="Josephine C" userId="210fb3b367d84806" providerId="LiveId" clId="{0F576A4A-4A97-499D-A701-BCF25FA15D61}" dt="2026-08-31T01:17:58.109" v="687" actId="47"/>
        <pc:sldMkLst>
          <pc:docMk/>
          <pc:sldMk cId="2868954247" sldId="274"/>
        </pc:sldMkLst>
        <pc:spChg chg="del">
          <ac:chgData name="Josephine C" userId="210fb3b367d84806" providerId="LiveId" clId="{0F576A4A-4A97-499D-A701-BCF25FA15D61}" dt="2026-08-31T01:17:21.771" v="665" actId="700"/>
          <ac:spMkLst>
            <pc:docMk/>
            <pc:sldMk cId="2868954247" sldId="274"/>
            <ac:spMk id="2" creationId="{981DA01C-95CB-6C4D-E9F8-C0CF52B17B1B}"/>
          </ac:spMkLst>
        </pc:spChg>
        <pc:inkChg chg="add">
          <ac:chgData name="Josephine C" userId="210fb3b367d84806" providerId="LiveId" clId="{0F576A4A-4A97-499D-A701-BCF25FA15D61}" dt="2026-08-31T01:17:44.802" v="684" actId="9405"/>
          <ac:inkMkLst>
            <pc:docMk/>
            <pc:sldMk cId="2868954247" sldId="274"/>
            <ac:inkMk id="3" creationId="{5DA4062A-680F-EE58-AB93-1647D5C07178}"/>
          </ac:inkMkLst>
        </pc:inkChg>
      </pc:sldChg>
      <pc:sldChg chg="addSp modSp new mod modTransition">
        <pc:chgData name="Josephine C" userId="210fb3b367d84806" providerId="LiveId" clId="{0F576A4A-4A97-499D-A701-BCF25FA15D61}" dt="2026-09-01T00:16:01.279" v="992"/>
        <pc:sldMkLst>
          <pc:docMk/>
          <pc:sldMk cId="835194888" sldId="275"/>
        </pc:sldMkLst>
        <pc:spChg chg="add mod">
          <ac:chgData name="Josephine C" userId="210fb3b367d84806" providerId="LiveId" clId="{0F576A4A-4A97-499D-A701-BCF25FA15D61}" dt="2026-09-01T00:11:27.123" v="977" actId="20577"/>
          <ac:spMkLst>
            <pc:docMk/>
            <pc:sldMk cId="835194888" sldId="275"/>
            <ac:spMk id="5" creationId="{7FB28078-43A1-B2B5-BDAA-0A080863C852}"/>
          </ac:spMkLst>
        </pc:spChg>
        <pc:picChg chg="add mod">
          <ac:chgData name="Josephine C" userId="210fb3b367d84806" providerId="LiveId" clId="{0F576A4A-4A97-499D-A701-BCF25FA15D61}" dt="2026-09-01T00:08:34.958" v="949" actId="14100"/>
          <ac:picMkLst>
            <pc:docMk/>
            <pc:sldMk cId="835194888" sldId="275"/>
            <ac:picMk id="2" creationId="{33B59D4C-3158-5CDF-024D-10FE34ADCC64}"/>
          </ac:picMkLst>
        </pc:picChg>
        <pc:picChg chg="add mod">
          <ac:chgData name="Josephine C" userId="210fb3b367d84806" providerId="LiveId" clId="{0F576A4A-4A97-499D-A701-BCF25FA15D61}" dt="2026-09-01T00:09:59.543" v="957" actId="14100"/>
          <ac:picMkLst>
            <pc:docMk/>
            <pc:sldMk cId="835194888" sldId="275"/>
            <ac:picMk id="3" creationId="{309E639C-2226-310A-1BC1-C611CFFD4000}"/>
          </ac:picMkLst>
        </pc:picChg>
        <pc:picChg chg="add mod">
          <ac:chgData name="Josephine C" userId="210fb3b367d84806" providerId="LiveId" clId="{0F576A4A-4A97-499D-A701-BCF25FA15D61}" dt="2026-09-01T00:10:49.808" v="963" actId="14100"/>
          <ac:picMkLst>
            <pc:docMk/>
            <pc:sldMk cId="835194888" sldId="275"/>
            <ac:picMk id="4" creationId="{63378B3B-9D80-E5EB-AE68-BFE747A5AA27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19:55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1:19:55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B3F04-CBAF-BC0B-2670-FBD9795DF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F2645-94DE-F956-7009-5BA7AE7FF7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92B9D0-0326-8968-3338-A732B9260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D0AE0-0921-4F0E-8719-D060AAEE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BAB05-3DE9-A29D-9E75-5E65A6DF5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59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2687-9F6F-4D5C-1CE1-65D5EEC0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4E0E6-ECDE-C99C-74E8-F5391DA97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A1427-E6C2-8928-31A6-2658BE583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EFB71-FD25-B380-947C-B328BC3F9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52AD6-96B6-025C-6DA1-3BE3873A1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97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5B5B1-BAB9-823C-CEAB-1D0CEB911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1C07E-6EAF-4C52-0E68-4C765B535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EF0FC-737C-A4EA-6D48-D33DC87A9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683C2-E76E-98BC-1D7B-2B55B930B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76792C-E713-35C9-1E74-4F54A1359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20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E8C89-86E9-F5AD-E2F5-852543043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6B3B5-672B-2D26-F754-B960C34CF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9D1102-798C-D62B-E6DA-8D626C5753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10F1C-6B76-D778-D22B-6BBEA9F4F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E817E-04DB-33BF-80B9-FB76853B5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09CAB6-C81F-D3A2-1DFC-4BC9AA8D6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489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A0B3-28F3-358F-C19B-64A63863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79865-CFA9-69BE-A97F-1087A1FB2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FBDBE-D29B-BC1F-2CA3-598335A6B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78BBF9-90BD-53CA-321D-C8B5607CC7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85E9F6-C52A-4B8E-1C9D-035FE34FF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02B1F5-A7DF-1D3D-237C-BE0A44259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1BFAF8-46CB-235E-2C3A-671ED158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80276E-BBE1-5CDB-4E23-9FA1CFDF4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324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DF2FC-35E9-7624-1178-AE4D8EEBC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162682-864F-AA04-7764-91AD80F0A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DFA8D-3FCD-69B2-3850-7ADA4700B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F453BF-30DA-8B08-1AF9-A368FBF83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75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31B033-D8CB-BC05-B859-C52B99F33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E13CC2-BEA2-73AE-4A0A-EC3251C89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803FE-18F1-EE3A-1066-82E8F3BE1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0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9F9C2-75C2-544A-9540-6A9FEC33D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58F21-C8E0-9DA2-AC54-CCB3FA306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747C49-69E0-714A-5D2B-EA936BA81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5C87F-E1D3-7353-C696-43254E8BA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D7993B-CCE4-5556-6094-4FF3ACD0C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B04822-3A9B-5FBA-6351-2FD9D0A0E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26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EE932-88D0-8279-08DB-AAA8BE888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0795F7-A8E6-5181-DBD9-A38DD5B47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D52C97-6888-E88E-3D69-BF4F8F849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D07EA-2E34-1B16-51A7-2F54FD0A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F871B8-4FF2-D291-F63D-768AD34D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679B4D-5C7B-B72E-61DF-EEA30738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4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C32FF-B22D-0391-4237-8663E2BED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67EED1-4683-0B59-EBD7-30E50D7C1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22352B-A084-33B2-F7C2-55679B834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8893D-6159-A835-62CD-A1A2D7E9A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1BE89-DBF6-910C-AC54-83484940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6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90855-515D-D3D7-50AB-C01F0134D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454C7-F87A-8DC5-54E0-C22088DCF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B8366-944E-D17F-37F7-50A3FD72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7489B-69A7-8107-79EA-3F662FE6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8CD6F9-6849-1EA1-7526-2F0860013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804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0E84B-6C78-8AA8-1EB8-2DE56E5E4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86928-EDDF-EE54-9D2F-03A1B4DE3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E4D2E2-4540-1EE7-E208-841AA53F9F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03E28-0C19-4E9C-8F2F-D8C166C2FBCF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D36F3-C0A6-DF38-37AA-3516E073C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0D944-6C4E-15F8-2F41-A9E2D0489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46014-1A0E-4E8D-82C4-52F688425D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687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Relationship Id="rId5" Type="http://schemas.openxmlformats.org/officeDocument/2006/relationships/customXml" Target="../ink/ink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 descr="Microscope slide">
            <a:extLst>
              <a:ext uri="{FF2B5EF4-FFF2-40B4-BE49-F238E27FC236}">
                <a16:creationId xmlns:a16="http://schemas.microsoft.com/office/drawing/2014/main" id="{A03CEED7-5D94-F913-B512-1E299B2E2E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85" r="-1" b="-1"/>
          <a:stretch>
            <a:fillRect/>
          </a:stretch>
        </p:blipFill>
        <p:spPr>
          <a:xfrm>
            <a:off x="-1" y="190"/>
            <a:ext cx="8128855" cy="5291194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DCCFE-B1D6-2612-4076-ACD53895CC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5" y="5635366"/>
            <a:ext cx="7091299" cy="898581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Theo’s Microscope Research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D512A0-EF00-E2F8-1900-1CD9A04BC6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0" b="1"/>
          <a:stretch>
            <a:fillRect/>
          </a:stretch>
        </p:blipFill>
        <p:spPr>
          <a:xfrm rot="5400000">
            <a:off x="7514735" y="614121"/>
            <a:ext cx="5291384" cy="4063143"/>
          </a:xfrm>
          <a:prstGeom prst="rect">
            <a:avLst/>
          </a:prstGeom>
        </p:spPr>
      </p:pic>
      <p:pic>
        <p:nvPicPr>
          <p:cNvPr id="7" name="Graphic 6" descr="Microscope with solid fill">
            <a:extLst>
              <a:ext uri="{FF2B5EF4-FFF2-40B4-BE49-F238E27FC236}">
                <a16:creationId xmlns:a16="http://schemas.microsoft.com/office/drawing/2014/main" id="{425DE1D4-81F0-EC3F-DC98-F3BC26CD1D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48946" y="5449869"/>
            <a:ext cx="1437214" cy="1269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21796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21AC6A30-4F22-4C0F-B278-19C5B8A80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B4335AD-65B1-44E4-90AF-264024FE4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0"/>
            <a:ext cx="12191999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1C93C3AF-904A-BC23-7F5B-87824F031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366" y="609600"/>
            <a:ext cx="4267200" cy="1351472"/>
          </a:xfrm>
        </p:spPr>
        <p:txBody>
          <a:bodyPr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House Fly Leg #1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14CBC1-1EED-EDBF-25AB-87FCEC9C2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8" r="42520"/>
          <a:stretch>
            <a:fillRect/>
          </a:stretch>
        </p:blipFill>
        <p:spPr>
          <a:xfrm>
            <a:off x="3" y="1"/>
            <a:ext cx="3695699" cy="6858001"/>
          </a:xfrm>
          <a:custGeom>
            <a:avLst/>
            <a:gdLst/>
            <a:ahLst/>
            <a:cxnLst/>
            <a:rect l="l" t="t" r="r" b="b"/>
            <a:pathLst>
              <a:path w="3695699" h="6858001">
                <a:moveTo>
                  <a:pt x="0" y="0"/>
                </a:moveTo>
                <a:lnTo>
                  <a:pt x="3435129" y="0"/>
                </a:lnTo>
                <a:lnTo>
                  <a:pt x="3430599" y="17349"/>
                </a:lnTo>
                <a:cubicBezTo>
                  <a:pt x="3437542" y="19835"/>
                  <a:pt x="3423757" y="30822"/>
                  <a:pt x="3427683" y="38871"/>
                </a:cubicBezTo>
                <a:cubicBezTo>
                  <a:pt x="3431230" y="44698"/>
                  <a:pt x="3427877" y="49388"/>
                  <a:pt x="3427096" y="55116"/>
                </a:cubicBezTo>
                <a:cubicBezTo>
                  <a:pt x="3429620" y="62945"/>
                  <a:pt x="3421946" y="87211"/>
                  <a:pt x="3417356" y="93331"/>
                </a:cubicBezTo>
                <a:cubicBezTo>
                  <a:pt x="3401974" y="107607"/>
                  <a:pt x="3409629" y="143436"/>
                  <a:pt x="3397765" y="155370"/>
                </a:cubicBezTo>
                <a:cubicBezTo>
                  <a:pt x="3395800" y="159886"/>
                  <a:pt x="3394789" y="164378"/>
                  <a:pt x="3394373" y="168831"/>
                </a:cubicBezTo>
                <a:lnTo>
                  <a:pt x="3394553" y="181402"/>
                </a:lnTo>
                <a:lnTo>
                  <a:pt x="3397293" y="185192"/>
                </a:lnTo>
                <a:lnTo>
                  <a:pt x="3395923" y="192756"/>
                </a:lnTo>
                <a:cubicBezTo>
                  <a:pt x="3396018" y="193497"/>
                  <a:pt x="3396112" y="194237"/>
                  <a:pt x="3396207" y="194978"/>
                </a:cubicBezTo>
                <a:cubicBezTo>
                  <a:pt x="3396531" y="199154"/>
                  <a:pt x="3396856" y="203330"/>
                  <a:pt x="3397180" y="207506"/>
                </a:cubicBezTo>
                <a:cubicBezTo>
                  <a:pt x="3382438" y="200939"/>
                  <a:pt x="3394549" y="241317"/>
                  <a:pt x="3383191" y="229051"/>
                </a:cubicBezTo>
                <a:cubicBezTo>
                  <a:pt x="3382519" y="234401"/>
                  <a:pt x="3381383" y="237332"/>
                  <a:pt x="3380194" y="239137"/>
                </a:cubicBezTo>
                <a:lnTo>
                  <a:pt x="3349267" y="310262"/>
                </a:lnTo>
                <a:lnTo>
                  <a:pt x="3344455" y="381704"/>
                </a:lnTo>
                <a:cubicBezTo>
                  <a:pt x="3343420" y="464598"/>
                  <a:pt x="3338482" y="511985"/>
                  <a:pt x="3327551" y="571873"/>
                </a:cubicBezTo>
                <a:cubicBezTo>
                  <a:pt x="3316620" y="631761"/>
                  <a:pt x="3309762" y="702429"/>
                  <a:pt x="3278869" y="741030"/>
                </a:cubicBezTo>
                <a:lnTo>
                  <a:pt x="3239259" y="957888"/>
                </a:lnTo>
                <a:cubicBezTo>
                  <a:pt x="3267597" y="1021376"/>
                  <a:pt x="3235647" y="1004478"/>
                  <a:pt x="3243890" y="1047869"/>
                </a:cubicBezTo>
                <a:cubicBezTo>
                  <a:pt x="3245988" y="1077107"/>
                  <a:pt x="3228006" y="1101189"/>
                  <a:pt x="3221700" y="1118244"/>
                </a:cubicBezTo>
                <a:cubicBezTo>
                  <a:pt x="3220198" y="1120922"/>
                  <a:pt x="3213346" y="1188569"/>
                  <a:pt x="3211078" y="1190394"/>
                </a:cubicBezTo>
                <a:cubicBezTo>
                  <a:pt x="3204899" y="1218939"/>
                  <a:pt x="3210276" y="1253036"/>
                  <a:pt x="3199704" y="1304585"/>
                </a:cubicBezTo>
                <a:cubicBezTo>
                  <a:pt x="3199438" y="1346246"/>
                  <a:pt x="3168623" y="1413431"/>
                  <a:pt x="3167741" y="1449444"/>
                </a:cubicBezTo>
                <a:cubicBezTo>
                  <a:pt x="3180911" y="1471132"/>
                  <a:pt x="3193362" y="1499173"/>
                  <a:pt x="3194410" y="1520667"/>
                </a:cubicBezTo>
                <a:cubicBezTo>
                  <a:pt x="3181228" y="1513763"/>
                  <a:pt x="3199978" y="1547097"/>
                  <a:pt x="3184473" y="1547038"/>
                </a:cubicBezTo>
                <a:cubicBezTo>
                  <a:pt x="3185153" y="1550949"/>
                  <a:pt x="3186303" y="1554741"/>
                  <a:pt x="3187573" y="1558550"/>
                </a:cubicBezTo>
                <a:lnTo>
                  <a:pt x="3188231" y="1560544"/>
                </a:lnTo>
                <a:lnTo>
                  <a:pt x="3188195" y="1568317"/>
                </a:lnTo>
                <a:lnTo>
                  <a:pt x="3191518" y="1570772"/>
                </a:lnTo>
                <a:lnTo>
                  <a:pt x="3193853" y="1582659"/>
                </a:lnTo>
                <a:cubicBezTo>
                  <a:pt x="3194213" y="1587070"/>
                  <a:pt x="3193997" y="1591769"/>
                  <a:pt x="3192857" y="1596890"/>
                </a:cubicBezTo>
                <a:cubicBezTo>
                  <a:pt x="3185716" y="1609144"/>
                  <a:pt x="3191593" y="1629575"/>
                  <a:pt x="3189686" y="1647479"/>
                </a:cubicBezTo>
                <a:lnTo>
                  <a:pt x="3187125" y="1655568"/>
                </a:lnTo>
                <a:cubicBezTo>
                  <a:pt x="3187259" y="1659315"/>
                  <a:pt x="3192418" y="1733399"/>
                  <a:pt x="3192552" y="1737146"/>
                </a:cubicBezTo>
                <a:cubicBezTo>
                  <a:pt x="3236684" y="1834597"/>
                  <a:pt x="3210475" y="1851660"/>
                  <a:pt x="3219437" y="1908917"/>
                </a:cubicBezTo>
                <a:lnTo>
                  <a:pt x="3220572" y="1915235"/>
                </a:lnTo>
                <a:cubicBezTo>
                  <a:pt x="3225642" y="1919319"/>
                  <a:pt x="3228448" y="1945519"/>
                  <a:pt x="3226946" y="1954447"/>
                </a:cubicBezTo>
                <a:cubicBezTo>
                  <a:pt x="3219553" y="1979351"/>
                  <a:pt x="3239504" y="2001442"/>
                  <a:pt x="3234148" y="2021397"/>
                </a:cubicBezTo>
                <a:cubicBezTo>
                  <a:pt x="3234224" y="2026740"/>
                  <a:pt x="3235084" y="2031233"/>
                  <a:pt x="3236424" y="2035173"/>
                </a:cubicBezTo>
                <a:lnTo>
                  <a:pt x="3241339" y="2045116"/>
                </a:lnTo>
                <a:lnTo>
                  <a:pt x="3233470" y="2098623"/>
                </a:lnTo>
                <a:cubicBezTo>
                  <a:pt x="3230495" y="2129687"/>
                  <a:pt x="3232618" y="2188321"/>
                  <a:pt x="3230016" y="2240964"/>
                </a:cubicBezTo>
                <a:cubicBezTo>
                  <a:pt x="3226602" y="2283982"/>
                  <a:pt x="3232644" y="2342030"/>
                  <a:pt x="3237809" y="2379644"/>
                </a:cubicBezTo>
                <a:cubicBezTo>
                  <a:pt x="3244462" y="2409884"/>
                  <a:pt x="3221747" y="2435219"/>
                  <a:pt x="3237054" y="2459103"/>
                </a:cubicBezTo>
                <a:cubicBezTo>
                  <a:pt x="3245536" y="2488997"/>
                  <a:pt x="3251426" y="2510390"/>
                  <a:pt x="3255285" y="2538679"/>
                </a:cubicBezTo>
                <a:cubicBezTo>
                  <a:pt x="3258296" y="2574322"/>
                  <a:pt x="3245460" y="2589819"/>
                  <a:pt x="3245073" y="2622720"/>
                </a:cubicBezTo>
                <a:lnTo>
                  <a:pt x="3252960" y="2736087"/>
                </a:lnTo>
                <a:cubicBezTo>
                  <a:pt x="3245577" y="2772183"/>
                  <a:pt x="3230063" y="2856752"/>
                  <a:pt x="3218681" y="2902964"/>
                </a:cubicBezTo>
                <a:cubicBezTo>
                  <a:pt x="3212624" y="2927969"/>
                  <a:pt x="3209733" y="2973979"/>
                  <a:pt x="3203641" y="3008786"/>
                </a:cubicBezTo>
                <a:cubicBezTo>
                  <a:pt x="3197547" y="3043595"/>
                  <a:pt x="3186644" y="3093251"/>
                  <a:pt x="3182123" y="3111815"/>
                </a:cubicBezTo>
                <a:lnTo>
                  <a:pt x="3176517" y="3120169"/>
                </a:lnTo>
                <a:lnTo>
                  <a:pt x="3177035" y="3121646"/>
                </a:lnTo>
                <a:cubicBezTo>
                  <a:pt x="3177423" y="3127588"/>
                  <a:pt x="3176129" y="3130763"/>
                  <a:pt x="3174093" y="3132705"/>
                </a:cubicBezTo>
                <a:lnTo>
                  <a:pt x="3171045" y="3134220"/>
                </a:lnTo>
                <a:lnTo>
                  <a:pt x="3168274" y="3141524"/>
                </a:lnTo>
                <a:lnTo>
                  <a:pt x="3160781" y="3155149"/>
                </a:lnTo>
                <a:cubicBezTo>
                  <a:pt x="3160949" y="3156237"/>
                  <a:pt x="3161116" y="3157326"/>
                  <a:pt x="3161284" y="3158414"/>
                </a:cubicBezTo>
                <a:lnTo>
                  <a:pt x="3152950" y="3180080"/>
                </a:lnTo>
                <a:lnTo>
                  <a:pt x="3153739" y="3180719"/>
                </a:lnTo>
                <a:cubicBezTo>
                  <a:pt x="3155321" y="3182647"/>
                  <a:pt x="3156128" y="3184999"/>
                  <a:pt x="3155342" y="3188313"/>
                </a:cubicBezTo>
                <a:cubicBezTo>
                  <a:pt x="3169797" y="3188216"/>
                  <a:pt x="3159934" y="3192271"/>
                  <a:pt x="3156340" y="3202049"/>
                </a:cubicBezTo>
                <a:cubicBezTo>
                  <a:pt x="3177988" y="3204083"/>
                  <a:pt x="3159779" y="3228842"/>
                  <a:pt x="3169832" y="3237938"/>
                </a:cubicBezTo>
                <a:cubicBezTo>
                  <a:pt x="3166705" y="3245075"/>
                  <a:pt x="3163793" y="3252659"/>
                  <a:pt x="3161244" y="3260564"/>
                </a:cubicBezTo>
                <a:lnTo>
                  <a:pt x="3160005" y="3265314"/>
                </a:lnTo>
                <a:cubicBezTo>
                  <a:pt x="3160063" y="3265371"/>
                  <a:pt x="3160124" y="3265428"/>
                  <a:pt x="3160184" y="3265486"/>
                </a:cubicBezTo>
                <a:cubicBezTo>
                  <a:pt x="3160345" y="3266694"/>
                  <a:pt x="3160101" y="3268319"/>
                  <a:pt x="3159279" y="3270659"/>
                </a:cubicBezTo>
                <a:lnTo>
                  <a:pt x="3157747" y="3273971"/>
                </a:lnTo>
                <a:lnTo>
                  <a:pt x="3155343" y="3283185"/>
                </a:lnTo>
                <a:cubicBezTo>
                  <a:pt x="3155517" y="3284422"/>
                  <a:pt x="3155689" y="3285657"/>
                  <a:pt x="3155860" y="3286893"/>
                </a:cubicBezTo>
                <a:lnTo>
                  <a:pt x="3158001" y="3289146"/>
                </a:lnTo>
                <a:lnTo>
                  <a:pt x="3157508" y="3289877"/>
                </a:lnTo>
                <a:cubicBezTo>
                  <a:pt x="3151604" y="3294411"/>
                  <a:pt x="3144966" y="3293561"/>
                  <a:pt x="3159853" y="3309833"/>
                </a:cubicBezTo>
                <a:cubicBezTo>
                  <a:pt x="3149181" y="3321561"/>
                  <a:pt x="3158789" y="3329345"/>
                  <a:pt x="3157392" y="3351579"/>
                </a:cubicBezTo>
                <a:cubicBezTo>
                  <a:pt x="3148710" y="3357083"/>
                  <a:pt x="3149361" y="3365079"/>
                  <a:pt x="3152871" y="3374240"/>
                </a:cubicBezTo>
                <a:cubicBezTo>
                  <a:pt x="3148885" y="3383513"/>
                  <a:pt x="3145239" y="3392740"/>
                  <a:pt x="3142119" y="3402557"/>
                </a:cubicBezTo>
                <a:lnTo>
                  <a:pt x="3138061" y="3419585"/>
                </a:lnTo>
                <a:lnTo>
                  <a:pt x="3139796" y="3424940"/>
                </a:lnTo>
                <a:cubicBezTo>
                  <a:pt x="3142520" y="3434326"/>
                  <a:pt x="3143300" y="3443700"/>
                  <a:pt x="3137669" y="3463264"/>
                </a:cubicBezTo>
                <a:cubicBezTo>
                  <a:pt x="3147380" y="3480689"/>
                  <a:pt x="3167781" y="3490510"/>
                  <a:pt x="3168140" y="3518969"/>
                </a:cubicBezTo>
                <a:cubicBezTo>
                  <a:pt x="3159473" y="3545761"/>
                  <a:pt x="3191152" y="3574399"/>
                  <a:pt x="3179206" y="3607864"/>
                </a:cubicBezTo>
                <a:cubicBezTo>
                  <a:pt x="3176757" y="3619813"/>
                  <a:pt x="3181069" y="3654600"/>
                  <a:pt x="3189125" y="3659839"/>
                </a:cubicBezTo>
                <a:cubicBezTo>
                  <a:pt x="3191518" y="3666815"/>
                  <a:pt x="3189857" y="3675779"/>
                  <a:pt x="3198077" y="3677681"/>
                </a:cubicBezTo>
                <a:cubicBezTo>
                  <a:pt x="3208136" y="3681475"/>
                  <a:pt x="3196345" y="3709561"/>
                  <a:pt x="3207094" y="3703876"/>
                </a:cubicBezTo>
                <a:cubicBezTo>
                  <a:pt x="3199084" y="3723751"/>
                  <a:pt x="3220453" y="3734396"/>
                  <a:pt x="3227016" y="3748633"/>
                </a:cubicBezTo>
                <a:cubicBezTo>
                  <a:pt x="3218663" y="3764666"/>
                  <a:pt x="3240667" y="3778725"/>
                  <a:pt x="3246806" y="3811324"/>
                </a:cubicBezTo>
                <a:cubicBezTo>
                  <a:pt x="3237058" y="3829063"/>
                  <a:pt x="3251097" y="3833247"/>
                  <a:pt x="3239091" y="3865102"/>
                </a:cubicBezTo>
                <a:cubicBezTo>
                  <a:pt x="3240755" y="3865725"/>
                  <a:pt x="3242340" y="3866659"/>
                  <a:pt x="3243800" y="3867874"/>
                </a:cubicBezTo>
                <a:cubicBezTo>
                  <a:pt x="3252276" y="3874935"/>
                  <a:pt x="3254724" y="3889782"/>
                  <a:pt x="3249268" y="3901031"/>
                </a:cubicBezTo>
                <a:cubicBezTo>
                  <a:pt x="3234180" y="3950514"/>
                  <a:pt x="3270886" y="3938724"/>
                  <a:pt x="3271850" y="3976535"/>
                </a:cubicBezTo>
                <a:cubicBezTo>
                  <a:pt x="3275333" y="4018513"/>
                  <a:pt x="3265836" y="4033210"/>
                  <a:pt x="3253128" y="4091308"/>
                </a:cubicBezTo>
                <a:cubicBezTo>
                  <a:pt x="3262530" y="4093945"/>
                  <a:pt x="3263925" y="4100312"/>
                  <a:pt x="3261491" y="4112665"/>
                </a:cubicBezTo>
                <a:cubicBezTo>
                  <a:pt x="3263824" y="4132845"/>
                  <a:pt x="3285122" y="4124005"/>
                  <a:pt x="3275235" y="4148543"/>
                </a:cubicBezTo>
                <a:cubicBezTo>
                  <a:pt x="3282222" y="4163609"/>
                  <a:pt x="3300717" y="4191930"/>
                  <a:pt x="3303406" y="4203059"/>
                </a:cubicBezTo>
                <a:cubicBezTo>
                  <a:pt x="3307769" y="4216879"/>
                  <a:pt x="3289765" y="4198911"/>
                  <a:pt x="3291377" y="4215304"/>
                </a:cubicBezTo>
                <a:cubicBezTo>
                  <a:pt x="3295421" y="4234470"/>
                  <a:pt x="3290844" y="4240556"/>
                  <a:pt x="3303627" y="4247412"/>
                </a:cubicBezTo>
                <a:cubicBezTo>
                  <a:pt x="3300302" y="4270043"/>
                  <a:pt x="3313094" y="4269840"/>
                  <a:pt x="3323715" y="4295574"/>
                </a:cubicBezTo>
                <a:cubicBezTo>
                  <a:pt x="3318854" y="4309546"/>
                  <a:pt x="3323708" y="4317748"/>
                  <a:pt x="3331757" y="4324626"/>
                </a:cubicBezTo>
                <a:cubicBezTo>
                  <a:pt x="3334500" y="4352298"/>
                  <a:pt x="3348521" y="4373553"/>
                  <a:pt x="3357571" y="4402594"/>
                </a:cubicBezTo>
                <a:cubicBezTo>
                  <a:pt x="3395421" y="4440113"/>
                  <a:pt x="3406716" y="4492429"/>
                  <a:pt x="3416883" y="4511276"/>
                </a:cubicBezTo>
                <a:lnTo>
                  <a:pt x="3418568" y="4515669"/>
                </a:lnTo>
                <a:cubicBezTo>
                  <a:pt x="3418685" y="4519956"/>
                  <a:pt x="3418801" y="4524244"/>
                  <a:pt x="3418918" y="4528531"/>
                </a:cubicBezTo>
                <a:cubicBezTo>
                  <a:pt x="3418727" y="4530191"/>
                  <a:pt x="3418537" y="4531850"/>
                  <a:pt x="3418346" y="4533510"/>
                </a:cubicBezTo>
                <a:cubicBezTo>
                  <a:pt x="3418215" y="4536889"/>
                  <a:pt x="3418462" y="4539065"/>
                  <a:pt x="3419005" y="4540494"/>
                </a:cubicBezTo>
                <a:lnTo>
                  <a:pt x="3424268" y="4595886"/>
                </a:lnTo>
                <a:cubicBezTo>
                  <a:pt x="3429156" y="4624362"/>
                  <a:pt x="3443934" y="4682306"/>
                  <a:pt x="3448330" y="4711348"/>
                </a:cubicBezTo>
                <a:lnTo>
                  <a:pt x="3445621" y="4714874"/>
                </a:lnTo>
                <a:cubicBezTo>
                  <a:pt x="3444103" y="4718397"/>
                  <a:pt x="3443735" y="4723077"/>
                  <a:pt x="3445980" y="4730345"/>
                </a:cubicBezTo>
                <a:lnTo>
                  <a:pt x="3446976" y="4731926"/>
                </a:lnTo>
                <a:lnTo>
                  <a:pt x="3443720" y="4745408"/>
                </a:lnTo>
                <a:cubicBezTo>
                  <a:pt x="3444756" y="4771155"/>
                  <a:pt x="3455466" y="4843107"/>
                  <a:pt x="3453194" y="4886406"/>
                </a:cubicBezTo>
                <a:cubicBezTo>
                  <a:pt x="3454856" y="4906631"/>
                  <a:pt x="3481235" y="5008239"/>
                  <a:pt x="3455210" y="5025296"/>
                </a:cubicBezTo>
                <a:cubicBezTo>
                  <a:pt x="3442202" y="5116320"/>
                  <a:pt x="3464654" y="5119078"/>
                  <a:pt x="3462841" y="5211091"/>
                </a:cubicBezTo>
                <a:cubicBezTo>
                  <a:pt x="3469390" y="5269669"/>
                  <a:pt x="3462794" y="5327391"/>
                  <a:pt x="3469385" y="5356669"/>
                </a:cubicBezTo>
                <a:cubicBezTo>
                  <a:pt x="3471479" y="5361935"/>
                  <a:pt x="3474277" y="5366825"/>
                  <a:pt x="3477268" y="5371683"/>
                </a:cubicBezTo>
                <a:lnTo>
                  <a:pt x="3478824" y="5374232"/>
                </a:lnTo>
                <a:lnTo>
                  <a:pt x="3486664" y="5427532"/>
                </a:lnTo>
                <a:lnTo>
                  <a:pt x="3499845" y="5523238"/>
                </a:lnTo>
                <a:cubicBezTo>
                  <a:pt x="3496480" y="5535759"/>
                  <a:pt x="3498126" y="5574631"/>
                  <a:pt x="3505782" y="5582050"/>
                </a:cubicBezTo>
                <a:cubicBezTo>
                  <a:pt x="3507640" y="5590169"/>
                  <a:pt x="3505294" y="5599602"/>
                  <a:pt x="3513368" y="5603412"/>
                </a:cubicBezTo>
                <a:cubicBezTo>
                  <a:pt x="3518549" y="5620896"/>
                  <a:pt x="3530454" y="5660930"/>
                  <a:pt x="3536869" y="5686953"/>
                </a:cubicBezTo>
                <a:cubicBezTo>
                  <a:pt x="3527290" y="5702684"/>
                  <a:pt x="3548216" y="5722678"/>
                  <a:pt x="3551859" y="5759548"/>
                </a:cubicBezTo>
                <a:cubicBezTo>
                  <a:pt x="3540751" y="5776843"/>
                  <a:pt x="3554471" y="5784377"/>
                  <a:pt x="3540024" y="5816599"/>
                </a:cubicBezTo>
                <a:cubicBezTo>
                  <a:pt x="3541640" y="5817630"/>
                  <a:pt x="3543154" y="5818984"/>
                  <a:pt x="3544521" y="5820619"/>
                </a:cubicBezTo>
                <a:cubicBezTo>
                  <a:pt x="3552455" y="5830118"/>
                  <a:pt x="3553767" y="5846834"/>
                  <a:pt x="3547449" y="5857956"/>
                </a:cubicBezTo>
                <a:cubicBezTo>
                  <a:pt x="3528571" y="5908761"/>
                  <a:pt x="3532186" y="5952107"/>
                  <a:pt x="3530253" y="5993572"/>
                </a:cubicBezTo>
                <a:cubicBezTo>
                  <a:pt x="3530522" y="6040113"/>
                  <a:pt x="3553891" y="6005695"/>
                  <a:pt x="3536734" y="6066404"/>
                </a:cubicBezTo>
                <a:cubicBezTo>
                  <a:pt x="3545935" y="6071268"/>
                  <a:pt x="3546842" y="6078512"/>
                  <a:pt x="3543461" y="6091477"/>
                </a:cubicBezTo>
                <a:cubicBezTo>
                  <a:pt x="3549602" y="6107585"/>
                  <a:pt x="3568275" y="6137061"/>
                  <a:pt x="3573577" y="6163051"/>
                </a:cubicBezTo>
                <a:cubicBezTo>
                  <a:pt x="3577046" y="6182032"/>
                  <a:pt x="3572259" y="6223892"/>
                  <a:pt x="3575275" y="6247420"/>
                </a:cubicBezTo>
                <a:cubicBezTo>
                  <a:pt x="3570217" y="6271412"/>
                  <a:pt x="3583023" y="6273898"/>
                  <a:pt x="3591673" y="6304222"/>
                </a:cubicBezTo>
                <a:cubicBezTo>
                  <a:pt x="3585743" y="6318440"/>
                  <a:pt x="3589967" y="6328418"/>
                  <a:pt x="3597489" y="6337624"/>
                </a:cubicBezTo>
                <a:cubicBezTo>
                  <a:pt x="3598113" y="6368401"/>
                  <a:pt x="3610504" y="6394558"/>
                  <a:pt x="3617330" y="6428161"/>
                </a:cubicBezTo>
                <a:cubicBezTo>
                  <a:pt x="3612404" y="6466489"/>
                  <a:pt x="3633001" y="6482393"/>
                  <a:pt x="3640218" y="6518318"/>
                </a:cubicBezTo>
                <a:cubicBezTo>
                  <a:pt x="3625420" y="6557419"/>
                  <a:pt x="3668862" y="6537820"/>
                  <a:pt x="3670788" y="6568733"/>
                </a:cubicBezTo>
                <a:cubicBezTo>
                  <a:pt x="3659124" y="6621466"/>
                  <a:pt x="3685482" y="6565072"/>
                  <a:pt x="3687763" y="6643164"/>
                </a:cubicBezTo>
                <a:cubicBezTo>
                  <a:pt x="3685396" y="6647995"/>
                  <a:pt x="3689317" y="6656838"/>
                  <a:pt x="3693097" y="6655183"/>
                </a:cubicBezTo>
                <a:cubicBezTo>
                  <a:pt x="3693444" y="6672318"/>
                  <a:pt x="3690193" y="6715787"/>
                  <a:pt x="3689847" y="6745974"/>
                </a:cubicBezTo>
                <a:cubicBezTo>
                  <a:pt x="3689583" y="6773144"/>
                  <a:pt x="3690048" y="6817635"/>
                  <a:pt x="3691023" y="6836306"/>
                </a:cubicBezTo>
                <a:lnTo>
                  <a:pt x="3695699" y="6858001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5" name="Content Placeholder 20">
            <a:extLst>
              <a:ext uri="{FF2B5EF4-FFF2-40B4-BE49-F238E27FC236}">
                <a16:creationId xmlns:a16="http://schemas.microsoft.com/office/drawing/2014/main" id="{AEE61F43-38C6-8587-9338-7FF4397103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8966" y="2147357"/>
            <a:ext cx="3810000" cy="410104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two strongly curved 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pretarsal claws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used to grip rough surfaces.</a:t>
            </a:r>
          </a:p>
          <a:p>
            <a:pPr lvl="0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Fine hairs/bristles along the leg segments, which provide sensory input.</a:t>
            </a:r>
          </a:p>
          <a:p>
            <a:pPr lvl="0"/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 the first image, the broad, darker central area appears to include the </a:t>
            </a:r>
            <a:r>
              <a:rPr lang="en-US" sz="1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pulvilli</a:t>
            </a:r>
            <a:r>
              <a:rPr lang="en-US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soft adhesive pads between/beneath the claws. They use tiny hairs and a thin fluid film to cling to smooth surfaces such as glass.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4A0E50-12C3-A0CF-9B0D-C3479002B0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4" r="36584"/>
          <a:stretch>
            <a:fillRect/>
          </a:stretch>
        </p:blipFill>
        <p:spPr>
          <a:xfrm>
            <a:off x="8580467" y="10"/>
            <a:ext cx="3611533" cy="6857990"/>
          </a:xfrm>
          <a:custGeom>
            <a:avLst/>
            <a:gdLst/>
            <a:ahLst/>
            <a:cxnLst/>
            <a:rect l="l" t="t" r="r" b="b"/>
            <a:pathLst>
              <a:path w="3810000" h="6858000">
                <a:moveTo>
                  <a:pt x="95627" y="0"/>
                </a:moveTo>
                <a:lnTo>
                  <a:pt x="3810000" y="0"/>
                </a:lnTo>
                <a:lnTo>
                  <a:pt x="3810000" y="6858000"/>
                </a:lnTo>
                <a:lnTo>
                  <a:pt x="13132" y="6858000"/>
                </a:lnTo>
                <a:cubicBezTo>
                  <a:pt x="13183" y="6857363"/>
                  <a:pt x="13234" y="6856727"/>
                  <a:pt x="13284" y="6856090"/>
                </a:cubicBezTo>
                <a:lnTo>
                  <a:pt x="31566" y="6805847"/>
                </a:lnTo>
                <a:lnTo>
                  <a:pt x="30463" y="6715381"/>
                </a:lnTo>
                <a:cubicBezTo>
                  <a:pt x="29585" y="6714082"/>
                  <a:pt x="28597" y="6713038"/>
                  <a:pt x="27533" y="6712286"/>
                </a:cubicBezTo>
                <a:lnTo>
                  <a:pt x="31288" y="6698474"/>
                </a:lnTo>
                <a:lnTo>
                  <a:pt x="29901" y="6686264"/>
                </a:lnTo>
                <a:cubicBezTo>
                  <a:pt x="29591" y="6639749"/>
                  <a:pt x="29281" y="6593234"/>
                  <a:pt x="28971" y="6546719"/>
                </a:cubicBezTo>
                <a:cubicBezTo>
                  <a:pt x="23415" y="6502008"/>
                  <a:pt x="3087" y="6462057"/>
                  <a:pt x="310" y="6408337"/>
                </a:cubicBezTo>
                <a:cubicBezTo>
                  <a:pt x="-2468" y="6354617"/>
                  <a:pt x="14431" y="6312397"/>
                  <a:pt x="12307" y="6224401"/>
                </a:cubicBezTo>
                <a:lnTo>
                  <a:pt x="27152" y="6147415"/>
                </a:lnTo>
                <a:lnTo>
                  <a:pt x="39044" y="6093837"/>
                </a:lnTo>
                <a:cubicBezTo>
                  <a:pt x="47718" y="6039281"/>
                  <a:pt x="47985" y="5964495"/>
                  <a:pt x="46816" y="5915901"/>
                </a:cubicBezTo>
                <a:cubicBezTo>
                  <a:pt x="43189" y="5876557"/>
                  <a:pt x="47196" y="5863739"/>
                  <a:pt x="33533" y="5831562"/>
                </a:cubicBezTo>
                <a:cubicBezTo>
                  <a:pt x="27901" y="5792459"/>
                  <a:pt x="47408" y="5747455"/>
                  <a:pt x="46555" y="5710909"/>
                </a:cubicBezTo>
                <a:cubicBezTo>
                  <a:pt x="53188" y="5686865"/>
                  <a:pt x="49116" y="5615845"/>
                  <a:pt x="62461" y="5602222"/>
                </a:cubicBezTo>
                <a:cubicBezTo>
                  <a:pt x="64066" y="5572067"/>
                  <a:pt x="49594" y="5555548"/>
                  <a:pt x="56185" y="5529979"/>
                </a:cubicBezTo>
                <a:lnTo>
                  <a:pt x="67961" y="5458854"/>
                </a:lnTo>
                <a:lnTo>
                  <a:pt x="110939" y="5353584"/>
                </a:lnTo>
                <a:cubicBezTo>
                  <a:pt x="123070" y="5308303"/>
                  <a:pt x="110671" y="5307524"/>
                  <a:pt x="128276" y="5249764"/>
                </a:cubicBezTo>
                <a:cubicBezTo>
                  <a:pt x="137692" y="5218499"/>
                  <a:pt x="146153" y="5160067"/>
                  <a:pt x="156749" y="5116288"/>
                </a:cubicBezTo>
                <a:cubicBezTo>
                  <a:pt x="167347" y="5072508"/>
                  <a:pt x="184838" y="5010298"/>
                  <a:pt x="191855" y="4987089"/>
                </a:cubicBezTo>
                <a:lnTo>
                  <a:pt x="219824" y="4934095"/>
                </a:lnTo>
                <a:cubicBezTo>
                  <a:pt x="223315" y="4926170"/>
                  <a:pt x="231151" y="4920904"/>
                  <a:pt x="231137" y="4903120"/>
                </a:cubicBezTo>
                <a:lnTo>
                  <a:pt x="219738" y="4827391"/>
                </a:lnTo>
                <a:cubicBezTo>
                  <a:pt x="223928" y="4818620"/>
                  <a:pt x="227939" y="4809255"/>
                  <a:pt x="231597" y="4799440"/>
                </a:cubicBezTo>
                <a:lnTo>
                  <a:pt x="233480" y="4793512"/>
                </a:lnTo>
                <a:cubicBezTo>
                  <a:pt x="233423" y="4793432"/>
                  <a:pt x="233367" y="4793351"/>
                  <a:pt x="233310" y="4793271"/>
                </a:cubicBezTo>
                <a:cubicBezTo>
                  <a:pt x="233275" y="4791711"/>
                  <a:pt x="233728" y="4789662"/>
                  <a:pt x="234882" y="4786765"/>
                </a:cubicBezTo>
                <a:lnTo>
                  <a:pt x="236914" y="4782703"/>
                </a:lnTo>
                <a:lnTo>
                  <a:pt x="246329" y="4683644"/>
                </a:lnTo>
                <a:cubicBezTo>
                  <a:pt x="256294" y="4677568"/>
                  <a:pt x="256527" y="4667288"/>
                  <a:pt x="253823" y="4655204"/>
                </a:cubicBezTo>
                <a:cubicBezTo>
                  <a:pt x="259521" y="4631796"/>
                  <a:pt x="280440" y="4574275"/>
                  <a:pt x="280514" y="4543195"/>
                </a:cubicBezTo>
                <a:cubicBezTo>
                  <a:pt x="272112" y="4519880"/>
                  <a:pt x="251340" y="4505102"/>
                  <a:pt x="254268" y="4468722"/>
                </a:cubicBezTo>
                <a:cubicBezTo>
                  <a:pt x="266696" y="4435462"/>
                  <a:pt x="236001" y="4395418"/>
                  <a:pt x="252728" y="4353998"/>
                </a:cubicBezTo>
                <a:cubicBezTo>
                  <a:pt x="256750" y="4339008"/>
                  <a:pt x="256168" y="4294115"/>
                  <a:pt x="248123" y="4286542"/>
                </a:cubicBezTo>
                <a:cubicBezTo>
                  <a:pt x="246365" y="4277371"/>
                  <a:pt x="249194" y="4266107"/>
                  <a:pt x="240584" y="4262777"/>
                </a:cubicBezTo>
                <a:cubicBezTo>
                  <a:pt x="230221" y="4256829"/>
                  <a:pt x="246153" y="4222259"/>
                  <a:pt x="233949" y="4228340"/>
                </a:cubicBezTo>
                <a:cubicBezTo>
                  <a:pt x="244865" y="4203839"/>
                  <a:pt x="223150" y="4187902"/>
                  <a:pt x="217758" y="4169004"/>
                </a:cubicBezTo>
                <a:cubicBezTo>
                  <a:pt x="228596" y="4149446"/>
                  <a:pt x="206597" y="4129080"/>
                  <a:pt x="203797" y="4086781"/>
                </a:cubicBezTo>
                <a:cubicBezTo>
                  <a:pt x="216334" y="4065199"/>
                  <a:pt x="201740" y="4058317"/>
                  <a:pt x="218344" y="4018957"/>
                </a:cubicBezTo>
                <a:cubicBezTo>
                  <a:pt x="216630" y="4017979"/>
                  <a:pt x="215034" y="4016614"/>
                  <a:pt x="213609" y="4014902"/>
                </a:cubicBezTo>
                <a:cubicBezTo>
                  <a:pt x="205325" y="4004955"/>
                  <a:pt x="204424" y="3985729"/>
                  <a:pt x="211594" y="3971964"/>
                </a:cubicBezTo>
                <a:cubicBezTo>
                  <a:pt x="233561" y="3910433"/>
                  <a:pt x="230991" y="3860613"/>
                  <a:pt x="234357" y="3812226"/>
                </a:cubicBezTo>
                <a:cubicBezTo>
                  <a:pt x="235501" y="3758242"/>
                  <a:pt x="209185" y="3801364"/>
                  <a:pt x="229596" y="3728573"/>
                </a:cubicBezTo>
                <a:cubicBezTo>
                  <a:pt x="219804" y="3724174"/>
                  <a:pt x="219047" y="3715890"/>
                  <a:pt x="223099" y="3700384"/>
                </a:cubicBezTo>
                <a:cubicBezTo>
                  <a:pt x="222942" y="3674360"/>
                  <a:pt x="199034" y="3683312"/>
                  <a:pt x="212511" y="3653063"/>
                </a:cubicBezTo>
                <a:cubicBezTo>
                  <a:pt x="207582" y="3623616"/>
                  <a:pt x="199349" y="3555881"/>
                  <a:pt x="193522" y="3523704"/>
                </a:cubicBezTo>
                <a:cubicBezTo>
                  <a:pt x="199728" y="3495169"/>
                  <a:pt x="185963" y="3494025"/>
                  <a:pt x="177551" y="3460001"/>
                </a:cubicBezTo>
                <a:cubicBezTo>
                  <a:pt x="184399" y="3442692"/>
                  <a:pt x="180138" y="3431687"/>
                  <a:pt x="172293" y="3422022"/>
                </a:cubicBezTo>
                <a:cubicBezTo>
                  <a:pt x="172567" y="3386386"/>
                  <a:pt x="159982" y="3357707"/>
                  <a:pt x="153640" y="3319632"/>
                </a:cubicBezTo>
                <a:cubicBezTo>
                  <a:pt x="117352" y="3267571"/>
                  <a:pt x="111308" y="3199530"/>
                  <a:pt x="102580" y="3174350"/>
                </a:cubicBezTo>
                <a:lnTo>
                  <a:pt x="101281" y="3168555"/>
                </a:lnTo>
                <a:cubicBezTo>
                  <a:pt x="101655" y="3163067"/>
                  <a:pt x="102030" y="3157580"/>
                  <a:pt x="102403" y="3152092"/>
                </a:cubicBezTo>
                <a:lnTo>
                  <a:pt x="103597" y="3145797"/>
                </a:lnTo>
                <a:cubicBezTo>
                  <a:pt x="104132" y="3141497"/>
                  <a:pt x="104119" y="3138691"/>
                  <a:pt x="103701" y="3136806"/>
                </a:cubicBezTo>
                <a:lnTo>
                  <a:pt x="108221" y="3088993"/>
                </a:lnTo>
                <a:cubicBezTo>
                  <a:pt x="109464" y="3064872"/>
                  <a:pt x="113188" y="3030250"/>
                  <a:pt x="111158" y="2992081"/>
                </a:cubicBezTo>
                <a:cubicBezTo>
                  <a:pt x="109031" y="2944441"/>
                  <a:pt x="104226" y="2942439"/>
                  <a:pt x="105565" y="2902844"/>
                </a:cubicBezTo>
                <a:cubicBezTo>
                  <a:pt x="107874" y="2897323"/>
                  <a:pt x="101362" y="2801618"/>
                  <a:pt x="105102" y="2797375"/>
                </a:cubicBezTo>
                <a:cubicBezTo>
                  <a:pt x="86174" y="2744941"/>
                  <a:pt x="109804" y="2750735"/>
                  <a:pt x="107241" y="2691357"/>
                </a:cubicBezTo>
                <a:cubicBezTo>
                  <a:pt x="107811" y="2665349"/>
                  <a:pt x="115946" y="2561129"/>
                  <a:pt x="145888" y="2542201"/>
                </a:cubicBezTo>
                <a:cubicBezTo>
                  <a:pt x="170455" y="2427400"/>
                  <a:pt x="123634" y="2367849"/>
                  <a:pt x="136292" y="2250554"/>
                </a:cubicBezTo>
                <a:cubicBezTo>
                  <a:pt x="110877" y="2215639"/>
                  <a:pt x="134601" y="2180816"/>
                  <a:pt x="130310" y="2141581"/>
                </a:cubicBezTo>
                <a:cubicBezTo>
                  <a:pt x="154051" y="2149219"/>
                  <a:pt x="117587" y="2094975"/>
                  <a:pt x="144587" y="2089095"/>
                </a:cubicBezTo>
                <a:cubicBezTo>
                  <a:pt x="142952" y="2082142"/>
                  <a:pt x="140513" y="2075590"/>
                  <a:pt x="137867" y="2069059"/>
                </a:cubicBezTo>
                <a:lnTo>
                  <a:pt x="136492" y="2065634"/>
                </a:lnTo>
                <a:cubicBezTo>
                  <a:pt x="136216" y="2060851"/>
                  <a:pt x="135939" y="2056067"/>
                  <a:pt x="135663" y="2051284"/>
                </a:cubicBezTo>
                <a:lnTo>
                  <a:pt x="124268" y="1960184"/>
                </a:lnTo>
                <a:cubicBezTo>
                  <a:pt x="138968" y="1926370"/>
                  <a:pt x="111716" y="1914873"/>
                  <a:pt x="131257" y="1873060"/>
                </a:cubicBezTo>
                <a:cubicBezTo>
                  <a:pt x="136329" y="1857442"/>
                  <a:pt x="139083" y="1807624"/>
                  <a:pt x="131724" y="1797311"/>
                </a:cubicBezTo>
                <a:cubicBezTo>
                  <a:pt x="130673" y="1786740"/>
                  <a:pt x="134293" y="1774954"/>
                  <a:pt x="126063" y="1769201"/>
                </a:cubicBezTo>
                <a:cubicBezTo>
                  <a:pt x="116300" y="1760126"/>
                  <a:pt x="134551" y="1725705"/>
                  <a:pt x="122085" y="1729500"/>
                </a:cubicBezTo>
                <a:cubicBezTo>
                  <a:pt x="134648" y="1705012"/>
                  <a:pt x="114449" y="1682158"/>
                  <a:pt x="110543" y="1659949"/>
                </a:cubicBezTo>
                <a:cubicBezTo>
                  <a:pt x="122664" y="1640913"/>
                  <a:pt x="102513" y="1613087"/>
                  <a:pt x="102892" y="1565607"/>
                </a:cubicBezTo>
                <a:cubicBezTo>
                  <a:pt x="116835" y="1544742"/>
                  <a:pt x="102976" y="1533616"/>
                  <a:pt x="122245" y="1494057"/>
                </a:cubicBezTo>
                <a:cubicBezTo>
                  <a:pt x="120629" y="1492563"/>
                  <a:pt x="119160" y="1490668"/>
                  <a:pt x="117883" y="1488429"/>
                </a:cubicBezTo>
                <a:cubicBezTo>
                  <a:pt x="110465" y="1475431"/>
                  <a:pt x="111002" y="1453942"/>
                  <a:pt x="119083" y="1440433"/>
                </a:cubicBezTo>
                <a:cubicBezTo>
                  <a:pt x="145274" y="1377630"/>
                  <a:pt x="146438" y="1321884"/>
                  <a:pt x="153340" y="1269148"/>
                </a:cubicBezTo>
                <a:cubicBezTo>
                  <a:pt x="158467" y="1209690"/>
                  <a:pt x="129360" y="1251077"/>
                  <a:pt x="154855" y="1175439"/>
                </a:cubicBezTo>
                <a:cubicBezTo>
                  <a:pt x="145538" y="1168218"/>
                  <a:pt x="145408" y="1158868"/>
                  <a:pt x="150548" y="1142685"/>
                </a:cubicBezTo>
                <a:cubicBezTo>
                  <a:pt x="152321" y="1113850"/>
                  <a:pt x="128121" y="1118007"/>
                  <a:pt x="143630" y="1087778"/>
                </a:cubicBezTo>
                <a:cubicBezTo>
                  <a:pt x="139451" y="1064261"/>
                  <a:pt x="125971" y="1018012"/>
                  <a:pt x="125476" y="1001580"/>
                </a:cubicBezTo>
                <a:cubicBezTo>
                  <a:pt x="123958" y="976962"/>
                  <a:pt x="134851" y="962709"/>
                  <a:pt x="134526" y="940069"/>
                </a:cubicBezTo>
                <a:cubicBezTo>
                  <a:pt x="142751" y="909988"/>
                  <a:pt x="129284" y="905409"/>
                  <a:pt x="123523" y="865739"/>
                </a:cubicBezTo>
                <a:cubicBezTo>
                  <a:pt x="131549" y="848234"/>
                  <a:pt x="128173" y="835030"/>
                  <a:pt x="121164" y="822450"/>
                </a:cubicBezTo>
                <a:cubicBezTo>
                  <a:pt x="124077" y="783082"/>
                  <a:pt x="113811" y="748321"/>
                  <a:pt x="110389" y="704665"/>
                </a:cubicBezTo>
                <a:cubicBezTo>
                  <a:pt x="120144" y="656264"/>
                  <a:pt x="99869" y="633697"/>
                  <a:pt x="96299" y="587032"/>
                </a:cubicBezTo>
                <a:cubicBezTo>
                  <a:pt x="87861" y="539988"/>
                  <a:pt x="66571" y="452493"/>
                  <a:pt x="59759" y="422399"/>
                </a:cubicBezTo>
                <a:cubicBezTo>
                  <a:pt x="62865" y="416491"/>
                  <a:pt x="59682" y="404768"/>
                  <a:pt x="55429" y="406467"/>
                </a:cubicBezTo>
                <a:cubicBezTo>
                  <a:pt x="56742" y="400038"/>
                  <a:pt x="64884" y="384166"/>
                  <a:pt x="58062" y="383409"/>
                </a:cubicBezTo>
                <a:cubicBezTo>
                  <a:pt x="57210" y="351894"/>
                  <a:pt x="61145" y="320031"/>
                  <a:pt x="69487" y="290892"/>
                </a:cubicBezTo>
                <a:cubicBezTo>
                  <a:pt x="57686" y="231306"/>
                  <a:pt x="89539" y="260845"/>
                  <a:pt x="86198" y="217175"/>
                </a:cubicBezTo>
                <a:cubicBezTo>
                  <a:pt x="72715" y="183379"/>
                  <a:pt x="83646" y="168958"/>
                  <a:pt x="74643" y="129155"/>
                </a:cubicBezTo>
                <a:cubicBezTo>
                  <a:pt x="96697" y="112411"/>
                  <a:pt x="72236" y="90977"/>
                  <a:pt x="78417" y="74202"/>
                </a:cubicBezTo>
                <a:cubicBezTo>
                  <a:pt x="59029" y="57686"/>
                  <a:pt x="81827" y="29115"/>
                  <a:pt x="94183" y="4683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614887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CB95732-565A-4D2C-A3AB-CC460C0D38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F1AF47-AE98-4034-BD91-1976FA4D9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C0EE2B-2029-48DD-893D-F528E651B0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7200" y="8482"/>
            <a:ext cx="3568276" cy="6858000"/>
          </a:xfrm>
          <a:prstGeom prst="rect">
            <a:avLst/>
          </a:prstGeom>
          <a:gradFill>
            <a:gsLst>
              <a:gs pos="0">
                <a:schemeClr val="accent1">
                  <a:alpha val="32000"/>
                </a:schemeClr>
              </a:gs>
              <a:gs pos="70000">
                <a:srgbClr val="000000">
                  <a:alpha val="0"/>
                </a:srgb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5AE1D08-1ED1-4F59-B42F-4D8EA33DC8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A79B912-88EA-4640-BDEB-51B3B11A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EEBC07-28E8-DF7D-912C-3A38A5F535A7}"/>
              </a:ext>
            </a:extLst>
          </p:cNvPr>
          <p:cNvSpPr txBox="1"/>
          <p:nvPr/>
        </p:nvSpPr>
        <p:spPr>
          <a:xfrm>
            <a:off x="662180" y="2862471"/>
            <a:ext cx="3041803" cy="29078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House fly leg #2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1C8ABC-6C60-89EE-E1C2-769EFBF806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1040" y="1268323"/>
            <a:ext cx="3387578" cy="1905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7B7D9FF-4A36-3DB0-B78B-566BDBAAB0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930" y="1250348"/>
            <a:ext cx="3419533" cy="192348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77E577C-DCC2-6733-6890-F31BA81E9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0616" y="3429000"/>
            <a:ext cx="5133271" cy="2887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26160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D7642-74EF-4CBF-BB1E-75E19C503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668" y="2245810"/>
            <a:ext cx="7505132" cy="13557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D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aphnia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777429-7F72-23AC-9D9A-A83518247B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770" r="1" b="24894"/>
          <a:stretch>
            <a:fillRect/>
          </a:stretch>
        </p:blipFill>
        <p:spPr>
          <a:xfrm>
            <a:off x="3649318" y="1"/>
            <a:ext cx="8542682" cy="2130473"/>
          </a:xfrm>
          <a:custGeom>
            <a:avLst/>
            <a:gdLst/>
            <a:ahLst/>
            <a:cxnLst/>
            <a:rect l="l" t="t" r="r" b="b"/>
            <a:pathLst>
              <a:path w="8542682" h="2130473">
                <a:moveTo>
                  <a:pt x="986689" y="0"/>
                </a:moveTo>
                <a:lnTo>
                  <a:pt x="8542682" y="0"/>
                </a:lnTo>
                <a:lnTo>
                  <a:pt x="8542682" y="2130473"/>
                </a:lnTo>
                <a:lnTo>
                  <a:pt x="0" y="2130473"/>
                </a:lnTo>
                <a:close/>
              </a:path>
            </a:pathLst>
          </a:cu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7914C-1320-47F1-5727-1FFEF8278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10" r="2" b="4856"/>
          <a:stretch>
            <a:fillRect/>
          </a:stretch>
        </p:blipFill>
        <p:spPr>
          <a:xfrm>
            <a:off x="19" y="-6955"/>
            <a:ext cx="4702609" cy="2252764"/>
          </a:xfrm>
          <a:custGeom>
            <a:avLst/>
            <a:gdLst/>
            <a:ahLst/>
            <a:cxnLst/>
            <a:rect l="l" t="t" r="r" b="b"/>
            <a:pathLst>
              <a:path w="4475140" h="2130473">
                <a:moveTo>
                  <a:pt x="0" y="0"/>
                </a:moveTo>
                <a:lnTo>
                  <a:pt x="1074821" y="0"/>
                </a:lnTo>
                <a:lnTo>
                  <a:pt x="1074821" y="239"/>
                </a:lnTo>
                <a:lnTo>
                  <a:pt x="4475140" y="239"/>
                </a:lnTo>
                <a:lnTo>
                  <a:pt x="3488563" y="2130473"/>
                </a:lnTo>
                <a:lnTo>
                  <a:pt x="0" y="2130473"/>
                </a:lnTo>
                <a:close/>
              </a:path>
            </a:pathLst>
          </a:cu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A3A48AE-D80B-67E9-3150-A3E06D11C8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77" r="-2" b="-2"/>
          <a:stretch>
            <a:fillRect/>
          </a:stretch>
        </p:blipFill>
        <p:spPr>
          <a:xfrm>
            <a:off x="0" y="2245809"/>
            <a:ext cx="3484262" cy="2403070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A25B460-2384-D633-6309-017B193F1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93" r="1" b="2318"/>
          <a:stretch>
            <a:fillRect/>
          </a:stretch>
        </p:blipFill>
        <p:spPr>
          <a:xfrm>
            <a:off x="7536264" y="4683320"/>
            <a:ext cx="4655736" cy="2174680"/>
          </a:xfrm>
          <a:custGeom>
            <a:avLst/>
            <a:gdLst/>
            <a:ahLst/>
            <a:cxnLst/>
            <a:rect l="l" t="t" r="r" b="b"/>
            <a:pathLst>
              <a:path w="4475140" h="2174680">
                <a:moveTo>
                  <a:pt x="1006941" y="0"/>
                </a:moveTo>
                <a:lnTo>
                  <a:pt x="4475140" y="0"/>
                </a:lnTo>
                <a:lnTo>
                  <a:pt x="4475140" y="2174680"/>
                </a:lnTo>
                <a:lnTo>
                  <a:pt x="3400319" y="2174680"/>
                </a:lnTo>
                <a:lnTo>
                  <a:pt x="3400319" y="2174202"/>
                </a:lnTo>
                <a:lnTo>
                  <a:pt x="0" y="2174202"/>
                </a:lnTo>
                <a:close/>
              </a:path>
            </a:pathLst>
          </a:cu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BE8578-8B4E-1BE7-C4DE-0E45F6A6F74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17" r="-2" b="32125"/>
          <a:stretch>
            <a:fillRect/>
          </a:stretch>
        </p:blipFill>
        <p:spPr>
          <a:xfrm>
            <a:off x="20" y="4682839"/>
            <a:ext cx="8563356" cy="2175160"/>
          </a:xfrm>
          <a:custGeom>
            <a:avLst/>
            <a:gdLst/>
            <a:ahLst/>
            <a:cxnLst/>
            <a:rect l="l" t="t" r="r" b="b"/>
            <a:pathLst>
              <a:path w="8563376" h="2175160">
                <a:moveTo>
                  <a:pt x="0" y="0"/>
                </a:moveTo>
                <a:lnTo>
                  <a:pt x="8563376" y="0"/>
                </a:lnTo>
                <a:lnTo>
                  <a:pt x="7555992" y="2175160"/>
                </a:lnTo>
                <a:lnTo>
                  <a:pt x="0" y="217516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00218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6B45835-3DB7-4D95-9290-E7C2C3AD1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BA86C3D-5E02-4EC9-A07B-6786E96EC2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A1BCCA4-FEFE-4004-9DD5-96DC53BFB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9025533-FEDC-498B-B634-AACB9C542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4BCB9B21-6FC4-4E75-9B78-CBF710766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65F2E95-7169-4456-9FD1-FD404A2B1B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DC39C303-7680-46A4-83C1-D77C74DEAF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5" name="Rectangle 74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1B69DE-0787-D8F3-5456-E87EB951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50664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Female Mosquito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BEB736-80F9-0FE5-F55A-E8D9BC4E5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3" r="18924" b="2"/>
          <a:stretch>
            <a:fillRect/>
          </a:stretch>
        </p:blipFill>
        <p:spPr>
          <a:xfrm>
            <a:off x="626592" y="344770"/>
            <a:ext cx="4573404" cy="3490370"/>
          </a:xfrm>
          <a:prstGeom prst="rect">
            <a:avLst/>
          </a:prstGeom>
        </p:spPr>
      </p:pic>
      <p:grpSp>
        <p:nvGrpSpPr>
          <p:cNvPr id="91" name="Group 90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15C4BE-DA84-B172-BA41-9F195C8104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1" b="2"/>
          <a:stretch>
            <a:fillRect/>
          </a:stretch>
        </p:blipFill>
        <p:spPr>
          <a:xfrm>
            <a:off x="5470050" y="341641"/>
            <a:ext cx="5992303" cy="3490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4BF05DE-A361-8697-F6E7-6FB88EA2CC2C}"/>
              </a:ext>
            </a:extLst>
          </p:cNvPr>
          <p:cNvSpPr txBox="1"/>
          <p:nvPr/>
        </p:nvSpPr>
        <p:spPr>
          <a:xfrm>
            <a:off x="5486080" y="4018143"/>
            <a:ext cx="5994666" cy="212959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bg1"/>
                </a:solidFill>
              </a:rPr>
              <a:t>First image:</a:t>
            </a:r>
            <a:r>
              <a:rPr lang="en-US" sz="1700">
                <a:solidFill>
                  <a:schemeClr val="bg1"/>
                </a:solidFill>
              </a:rPr>
              <a:t> the junction of the head/thorax with several long, bristly legs and a wing; the large dark rounded area at right is likely part of a compound eye.</a:t>
            </a:r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chemeClr val="bg1"/>
                </a:solidFill>
              </a:rPr>
              <a:t>Second image:</a:t>
            </a:r>
            <a:r>
              <a:rPr lang="en-US" sz="1700">
                <a:solidFill>
                  <a:schemeClr val="bg1"/>
                </a:solidFill>
              </a:rPr>
              <a:t> a translucent view into the abdomen. The three dark oval bodies near the left are most consistent with </a:t>
            </a:r>
            <a:r>
              <a:rPr lang="en-US" sz="1700" b="1">
                <a:solidFill>
                  <a:schemeClr val="bg1"/>
                </a:solidFill>
              </a:rPr>
              <a:t>developing eggs/ovarian follicles</a:t>
            </a:r>
            <a:r>
              <a:rPr lang="en-US" sz="1700">
                <a:solidFill>
                  <a:schemeClr val="bg1"/>
                </a:solidFill>
              </a:rPr>
              <a:t>, so this is likely a female.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562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D564D2-C183-359C-F514-86FA305C1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83" r="-2" b="-2"/>
          <a:stretch>
            <a:fillRect/>
          </a:stretch>
        </p:blipFill>
        <p:spPr>
          <a:xfrm>
            <a:off x="-1" y="190"/>
            <a:ext cx="7791015" cy="5291194"/>
          </a:xfrm>
          <a:prstGeom prst="rect">
            <a:avLst/>
          </a:prstGeom>
        </p:spPr>
      </p:pic>
      <p:sp>
        <p:nvSpPr>
          <p:cNvPr id="80" name="Rectangle 79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1A62F8-1571-CAF6-ECF2-B83E8C0DD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5635366"/>
            <a:ext cx="7091299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Male Drosophillia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EA0A41C-C915-8E09-E24E-A125F11B4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18" r="32788" b="-1"/>
          <a:stretch>
            <a:fillRect/>
          </a:stretch>
        </p:blipFill>
        <p:spPr>
          <a:xfrm>
            <a:off x="7084088" y="1"/>
            <a:ext cx="5107911" cy="5291384"/>
          </a:xfrm>
          <a:prstGeom prst="rect">
            <a:avLst/>
          </a:prstGeom>
        </p:spPr>
      </p:pic>
      <p:sp>
        <p:nvSpPr>
          <p:cNvPr id="60" name="Content Placeholder 35">
            <a:extLst>
              <a:ext uri="{FF2B5EF4-FFF2-40B4-BE49-F238E27FC236}">
                <a16:creationId xmlns:a16="http://schemas.microsoft.com/office/drawing/2014/main" id="{DAD9BB2E-D014-1F46-B1F3-D14A992F0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2859" y="-712795"/>
            <a:ext cx="45719" cy="123363"/>
          </a:xfrm>
        </p:spPr>
        <p:txBody>
          <a:bodyPr anchor="t">
            <a:normAutofit fontScale="25000" lnSpcReduction="20000"/>
          </a:bodyPr>
          <a:lstStyle/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378949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E2BA2BD9-7B54-4190-8F06-3EF3658A00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4F9D61-9303-40B4-9F7E-66A9B4EDC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9D0EE2-A10F-2E74-6D8D-0E31C6446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61"/>
          <a:stretch>
            <a:fillRect/>
          </a:stretch>
        </p:blipFill>
        <p:spPr>
          <a:xfrm>
            <a:off x="-1" y="-1"/>
            <a:ext cx="11416413" cy="6858001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3" name="Overlay">
            <a:extLst>
              <a:ext uri="{FF2B5EF4-FFF2-40B4-BE49-F238E27FC236}">
                <a16:creationId xmlns:a16="http://schemas.microsoft.com/office/drawing/2014/main" id="{648D746A-0359-4EAE-8CF9-062E28169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258714" y="258715"/>
            <a:ext cx="6858000" cy="6340569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123CF-BAD0-FDD0-9419-211FD1F0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8" y="1948171"/>
            <a:ext cx="4501057" cy="26613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Honeybee wing</a:t>
            </a:r>
          </a:p>
        </p:txBody>
      </p:sp>
    </p:spTree>
    <p:extLst>
      <p:ext uri="{BB962C8B-B14F-4D97-AF65-F5344CB8AC3E}">
        <p14:creationId xmlns:p14="http://schemas.microsoft.com/office/powerpoint/2010/main" val="41610703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7FF168-6094-0103-FD3F-AA7EB6E52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Feather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A582E-9F22-4997-733E-8FB3D921A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91" r="-3" b="-3"/>
          <a:stretch>
            <a:fillRect/>
          </a:stretch>
        </p:blipFill>
        <p:spPr>
          <a:xfrm>
            <a:off x="715748" y="2460394"/>
            <a:ext cx="5131088" cy="34397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659E6E-DB3D-A417-5DA1-831AB96FE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088" b="-3"/>
          <a:stretch>
            <a:fillRect/>
          </a:stretch>
        </p:blipFill>
        <p:spPr>
          <a:xfrm>
            <a:off x="6345165" y="2496879"/>
            <a:ext cx="5131087" cy="343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7360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B575C9-A9BA-AF0D-3D5A-E99D96A9E4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79E101-0EA7-8559-B3C3-BBFF5B89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>
                <a:solidFill>
                  <a:srgbClr val="FFFFFF"/>
                </a:solidFill>
              </a:rPr>
              <a:t>Mammel hair </a:t>
            </a:r>
            <a:br>
              <a:rPr lang="en-US" sz="5200" dirty="0">
                <a:solidFill>
                  <a:srgbClr val="FFFFFF"/>
                </a:solidFill>
              </a:rPr>
            </a:br>
            <a:r>
              <a:rPr lang="en-US" sz="5200" dirty="0">
                <a:solidFill>
                  <a:srgbClr val="FFFFFF"/>
                </a:solidFill>
              </a:rPr>
              <a:t>(</a:t>
            </a:r>
            <a:r>
              <a:rPr lang="en-US" sz="3600" dirty="0">
                <a:solidFill>
                  <a:srgbClr val="FFFFFF"/>
                </a:solidFill>
              </a:rPr>
              <a:t>all Mammels hair looks similar )</a:t>
            </a:r>
            <a:endParaRPr lang="en-US" sz="5200" dirty="0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79452DF-C7BE-64B3-39ED-7F31CD1A733A}"/>
                  </a:ext>
                </a:extLst>
              </p14:cNvPr>
              <p14:cNvContentPartPr/>
              <p14:nvPr/>
            </p14:nvContentPartPr>
            <p14:xfrm>
              <a:off x="8393437" y="3540351"/>
              <a:ext cx="360" cy="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79452DF-C7BE-64B3-39ED-7F31CD1A73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7317" y="3534231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B86B60-F126-78D0-6BF7-DD95C7059552}"/>
                  </a:ext>
                </a:extLst>
              </p14:cNvPr>
              <p14:cNvContentPartPr/>
              <p14:nvPr/>
            </p14:nvContentPartPr>
            <p14:xfrm>
              <a:off x="8909317" y="3587151"/>
              <a:ext cx="3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B86B60-F126-78D0-6BF7-DD95C705955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03197" y="3581031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4607692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5BB689-E7EF-7AB1-F531-D471B2BCC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Leaf stomata #1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FC28635-55F7-DBC4-36D0-E6B210A3F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61" r="5527" b="-3"/>
          <a:stretch>
            <a:fillRect/>
          </a:stretch>
        </p:blipFill>
        <p:spPr>
          <a:xfrm>
            <a:off x="715748" y="2460394"/>
            <a:ext cx="5131088" cy="3439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7C433F-E19D-A5E6-86C7-9E70931E1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33" r="6355" b="-3"/>
          <a:stretch>
            <a:fillRect/>
          </a:stretch>
        </p:blipFill>
        <p:spPr>
          <a:xfrm>
            <a:off x="6345165" y="2496880"/>
            <a:ext cx="5131087" cy="3439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9214"/>
      </p:ext>
    </p:extLst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E734232-46A8-4884-9A59-B7E3BA4BC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88CBDA-F395-C431-48B9-1E726AF77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2059"/>
          <a:stretch>
            <a:fillRect/>
          </a:stretch>
        </p:blipFill>
        <p:spPr>
          <a:xfrm>
            <a:off x="-3" y="-8371"/>
            <a:ext cx="8115287" cy="4470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ADD37C-BEF3-3756-D4A3-1797CA99F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7" r="19541" b="-1"/>
          <a:stretch>
            <a:fillRect/>
          </a:stretch>
        </p:blipFill>
        <p:spPr>
          <a:xfrm>
            <a:off x="8115292" y="-8371"/>
            <a:ext cx="4076700" cy="447081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346B8D2-3218-41A5-B817-9ABFB108C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462444"/>
            <a:ext cx="8115290" cy="2394056"/>
          </a:xfrm>
          <a:prstGeom prst="rect">
            <a:avLst/>
          </a:prstGeom>
          <a:gradFill>
            <a:gsLst>
              <a:gs pos="10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8D6B9EF-FF47-487C-8B82-F9F2B9A54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60944"/>
            <a:ext cx="8115285" cy="2397055"/>
          </a:xfrm>
          <a:prstGeom prst="rect">
            <a:avLst/>
          </a:prstGeom>
          <a:gradFill>
            <a:gsLst>
              <a:gs pos="7000">
                <a:srgbClr val="000000">
                  <a:alpha val="49000"/>
                </a:srgbClr>
              </a:gs>
              <a:gs pos="67000">
                <a:schemeClr val="accent1">
                  <a:lumMod val="75000"/>
                  <a:alpha val="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D425843-8C65-B087-3123-46E8E3D36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739" y="4768553"/>
            <a:ext cx="6867289" cy="11154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Leaf Stomata # 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D2ACC-E068-E948-9CBF-4088629DF9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28" b="-2"/>
          <a:stretch>
            <a:fillRect/>
          </a:stretch>
        </p:blipFill>
        <p:spPr>
          <a:xfrm>
            <a:off x="8115292" y="4454317"/>
            <a:ext cx="4076700" cy="241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7744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preview">
            <a:extLst>
              <a:ext uri="{FF2B5EF4-FFF2-40B4-BE49-F238E27FC236}">
                <a16:creationId xmlns:a16="http://schemas.microsoft.com/office/drawing/2014/main" id="{C361A094-359D-D3CD-3D9A-BBD36A5AE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6680" y="0"/>
            <a:ext cx="6202680" cy="3489008"/>
          </a:xfrm>
          <a:prstGeom prst="rect">
            <a:avLst/>
          </a:prstGeom>
        </p:spPr>
      </p:pic>
      <p:pic>
        <p:nvPicPr>
          <p:cNvPr id="3" name="Picture 2" descr="Image preview">
            <a:extLst>
              <a:ext uri="{FF2B5EF4-FFF2-40B4-BE49-F238E27FC236}">
                <a16:creationId xmlns:a16="http://schemas.microsoft.com/office/drawing/2014/main" id="{666BD42E-23AD-80F6-D137-5CCA4FDEF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0"/>
            <a:ext cx="7216140" cy="4059079"/>
          </a:xfrm>
          <a:prstGeom prst="rect">
            <a:avLst/>
          </a:prstGeom>
        </p:spPr>
      </p:pic>
      <p:pic>
        <p:nvPicPr>
          <p:cNvPr id="4" name="Picture 3" descr="Image preview">
            <a:extLst>
              <a:ext uri="{FF2B5EF4-FFF2-40B4-BE49-F238E27FC236}">
                <a16:creationId xmlns:a16="http://schemas.microsoft.com/office/drawing/2014/main" id="{07102266-E33C-5077-77D9-3C5B6BB70A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6680" y="3510839"/>
            <a:ext cx="6233160" cy="3347162"/>
          </a:xfrm>
          <a:prstGeom prst="rect">
            <a:avLst/>
          </a:prstGeom>
        </p:spPr>
      </p:pic>
      <p:pic>
        <p:nvPicPr>
          <p:cNvPr id="5" name="Picture 4" descr="Image preview">
            <a:extLst>
              <a:ext uri="{FF2B5EF4-FFF2-40B4-BE49-F238E27FC236}">
                <a16:creationId xmlns:a16="http://schemas.microsoft.com/office/drawing/2014/main" id="{6434ACD1-E329-7BEC-EE14-4FD3775C3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059079"/>
            <a:ext cx="6233160" cy="27770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6ECFBB-38E9-0266-C483-F0AB2CD2FF94}"/>
              </a:ext>
            </a:extLst>
          </p:cNvPr>
          <p:cNvSpPr txBox="1"/>
          <p:nvPr/>
        </p:nvSpPr>
        <p:spPr>
          <a:xfrm>
            <a:off x="5029362" y="3429000"/>
            <a:ext cx="2133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Tilia Stem</a:t>
            </a:r>
          </a:p>
        </p:txBody>
      </p:sp>
    </p:spTree>
    <p:extLst>
      <p:ext uri="{BB962C8B-B14F-4D97-AF65-F5344CB8AC3E}">
        <p14:creationId xmlns:p14="http://schemas.microsoft.com/office/powerpoint/2010/main" val="16091237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preview">
            <a:extLst>
              <a:ext uri="{FF2B5EF4-FFF2-40B4-BE49-F238E27FC236}">
                <a16:creationId xmlns:a16="http://schemas.microsoft.com/office/drawing/2014/main" id="{33B59D4C-3158-5CDF-024D-10FE34AD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6096000" cy="3429000"/>
          </a:xfrm>
          <a:prstGeom prst="rect">
            <a:avLst/>
          </a:prstGeom>
        </p:spPr>
      </p:pic>
      <p:pic>
        <p:nvPicPr>
          <p:cNvPr id="3" name="Picture 2" descr="Image preview">
            <a:extLst>
              <a:ext uri="{FF2B5EF4-FFF2-40B4-BE49-F238E27FC236}">
                <a16:creationId xmlns:a16="http://schemas.microsoft.com/office/drawing/2014/main" id="{309E639C-2226-310A-1BC1-C611CFFD4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305"/>
            <a:ext cx="6096000" cy="3429000"/>
          </a:xfrm>
          <a:prstGeom prst="rect">
            <a:avLst/>
          </a:prstGeom>
        </p:spPr>
      </p:pic>
      <p:pic>
        <p:nvPicPr>
          <p:cNvPr id="4" name="Picture 3" descr="Image preview">
            <a:extLst>
              <a:ext uri="{FF2B5EF4-FFF2-40B4-BE49-F238E27FC236}">
                <a16:creationId xmlns:a16="http://schemas.microsoft.com/office/drawing/2014/main" id="{63378B3B-9D80-E5EB-AE68-BFE747A5AA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3428999"/>
            <a:ext cx="6095999" cy="3428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B28078-43A1-B2B5-BDAA-0A080863C852}"/>
              </a:ext>
            </a:extLst>
          </p:cNvPr>
          <p:cNvSpPr txBox="1"/>
          <p:nvPr/>
        </p:nvSpPr>
        <p:spPr>
          <a:xfrm>
            <a:off x="8351520" y="5455920"/>
            <a:ext cx="15167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Pine leaf</a:t>
            </a:r>
          </a:p>
        </p:txBody>
      </p:sp>
    </p:spTree>
    <p:extLst>
      <p:ext uri="{BB962C8B-B14F-4D97-AF65-F5344CB8AC3E}">
        <p14:creationId xmlns:p14="http://schemas.microsoft.com/office/powerpoint/2010/main" val="835194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7DE6E7-D22C-F5C1-8BBF-84372F4E5F6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r="-1" b="10628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3F094BF-954C-E874-79C1-D05A754AB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61" r="-1" b="10960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F4491-A71E-66F6-0095-04CA9B73CA8F}"/>
              </a:ext>
            </a:extLst>
          </p:cNvPr>
          <p:cNvSpPr txBox="1"/>
          <p:nvPr/>
        </p:nvSpPr>
        <p:spPr>
          <a:xfrm>
            <a:off x="838200" y="1115219"/>
            <a:ext cx="539591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Lillium pollen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12255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75BDD038-F345-433A-B715-30DEEC152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89AF2A-4ED1-4E6B-907C-ED98F10E75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9F2B8-B71B-58D8-9361-AB98434CE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233" y="5073445"/>
            <a:ext cx="6857999" cy="7707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Fish gills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4B55D9-B124-4F16-BE83-325BF18044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95" r="26125"/>
          <a:stretch>
            <a:fillRect/>
          </a:stretch>
        </p:blipFill>
        <p:spPr>
          <a:xfrm>
            <a:off x="3057846" y="-13662"/>
            <a:ext cx="3067990" cy="4616794"/>
          </a:xfrm>
          <a:custGeom>
            <a:avLst/>
            <a:gdLst/>
            <a:ahLst/>
            <a:cxnLst/>
            <a:rect l="l" t="t" r="r" b="b"/>
            <a:pathLst>
              <a:path w="3067990" h="4616794">
                <a:moveTo>
                  <a:pt x="0" y="0"/>
                </a:moveTo>
                <a:lnTo>
                  <a:pt x="3067990" y="0"/>
                </a:lnTo>
                <a:lnTo>
                  <a:pt x="3067990" y="4616421"/>
                </a:lnTo>
                <a:lnTo>
                  <a:pt x="3000906" y="4616794"/>
                </a:lnTo>
                <a:lnTo>
                  <a:pt x="2972250" y="4614025"/>
                </a:lnTo>
                <a:cubicBezTo>
                  <a:pt x="2962120" y="4616092"/>
                  <a:pt x="2951989" y="4604037"/>
                  <a:pt x="2941859" y="4606104"/>
                </a:cubicBezTo>
                <a:lnTo>
                  <a:pt x="2894107" y="4602170"/>
                </a:lnTo>
                <a:cubicBezTo>
                  <a:pt x="2873034" y="4581836"/>
                  <a:pt x="2869193" y="4602435"/>
                  <a:pt x="2854257" y="4597077"/>
                </a:cubicBezTo>
                <a:cubicBezTo>
                  <a:pt x="2828604" y="4586072"/>
                  <a:pt x="2823319" y="4587134"/>
                  <a:pt x="2797428" y="4577083"/>
                </a:cubicBezTo>
                <a:cubicBezTo>
                  <a:pt x="2784423" y="4578854"/>
                  <a:pt x="2770248" y="4573660"/>
                  <a:pt x="2757555" y="4577211"/>
                </a:cubicBezTo>
                <a:lnTo>
                  <a:pt x="2722664" y="4575516"/>
                </a:lnTo>
                <a:lnTo>
                  <a:pt x="2686700" y="4579436"/>
                </a:lnTo>
                <a:lnTo>
                  <a:pt x="2649051" y="4590851"/>
                </a:lnTo>
                <a:cubicBezTo>
                  <a:pt x="2634424" y="4591611"/>
                  <a:pt x="2618884" y="4590616"/>
                  <a:pt x="2602008" y="4586807"/>
                </a:cubicBezTo>
                <a:cubicBezTo>
                  <a:pt x="2588795" y="4584785"/>
                  <a:pt x="2590198" y="4581679"/>
                  <a:pt x="2553187" y="4576612"/>
                </a:cubicBezTo>
                <a:cubicBezTo>
                  <a:pt x="2516176" y="4571544"/>
                  <a:pt x="2419368" y="4560523"/>
                  <a:pt x="2379944" y="4556404"/>
                </a:cubicBezTo>
                <a:cubicBezTo>
                  <a:pt x="2340520" y="4552286"/>
                  <a:pt x="2355516" y="4555975"/>
                  <a:pt x="2333229" y="4554006"/>
                </a:cubicBezTo>
                <a:cubicBezTo>
                  <a:pt x="2310943" y="4552037"/>
                  <a:pt x="2272361" y="4544062"/>
                  <a:pt x="2246228" y="4544592"/>
                </a:cubicBezTo>
                <a:cubicBezTo>
                  <a:pt x="2227084" y="4544840"/>
                  <a:pt x="2214877" y="4554623"/>
                  <a:pt x="2194084" y="4550124"/>
                </a:cubicBezTo>
                <a:cubicBezTo>
                  <a:pt x="2173819" y="4565400"/>
                  <a:pt x="2120858" y="4529368"/>
                  <a:pt x="2122173" y="4551115"/>
                </a:cubicBezTo>
                <a:cubicBezTo>
                  <a:pt x="2103245" y="4538654"/>
                  <a:pt x="2081494" y="4540178"/>
                  <a:pt x="2059358" y="4545242"/>
                </a:cubicBezTo>
                <a:lnTo>
                  <a:pt x="2035061" y="4551794"/>
                </a:lnTo>
                <a:lnTo>
                  <a:pt x="1953233" y="4547925"/>
                </a:lnTo>
                <a:lnTo>
                  <a:pt x="1946445" y="4553172"/>
                </a:lnTo>
                <a:lnTo>
                  <a:pt x="1929934" y="4554324"/>
                </a:lnTo>
                <a:lnTo>
                  <a:pt x="1923819" y="4555038"/>
                </a:lnTo>
                <a:lnTo>
                  <a:pt x="1920026" y="4552518"/>
                </a:lnTo>
                <a:cubicBezTo>
                  <a:pt x="1917776" y="4551386"/>
                  <a:pt x="1916103" y="4551310"/>
                  <a:pt x="1914899" y="4553152"/>
                </a:cubicBezTo>
                <a:cubicBezTo>
                  <a:pt x="1914710" y="4554150"/>
                  <a:pt x="1914522" y="4555147"/>
                  <a:pt x="1914332" y="4556144"/>
                </a:cubicBezTo>
                <a:lnTo>
                  <a:pt x="1882048" y="4559910"/>
                </a:lnTo>
                <a:lnTo>
                  <a:pt x="1649952" y="4565527"/>
                </a:lnTo>
                <a:cubicBezTo>
                  <a:pt x="1546877" y="4600708"/>
                  <a:pt x="1418821" y="4554985"/>
                  <a:pt x="1305072" y="4567061"/>
                </a:cubicBezTo>
                <a:cubicBezTo>
                  <a:pt x="1280261" y="4557333"/>
                  <a:pt x="1302176" y="4558540"/>
                  <a:pt x="1243254" y="4571143"/>
                </a:cubicBezTo>
                <a:cubicBezTo>
                  <a:pt x="1210584" y="4564151"/>
                  <a:pt x="1143994" y="4561068"/>
                  <a:pt x="1107683" y="4558193"/>
                </a:cubicBezTo>
                <a:cubicBezTo>
                  <a:pt x="1073102" y="4550629"/>
                  <a:pt x="1071748" y="4546366"/>
                  <a:pt x="1049893" y="4539884"/>
                </a:cubicBezTo>
                <a:cubicBezTo>
                  <a:pt x="1028038" y="4533401"/>
                  <a:pt x="1037691" y="4534947"/>
                  <a:pt x="994206" y="4533420"/>
                </a:cubicBezTo>
                <a:cubicBezTo>
                  <a:pt x="958901" y="4528712"/>
                  <a:pt x="875207" y="4522680"/>
                  <a:pt x="841592" y="4522231"/>
                </a:cubicBezTo>
                <a:cubicBezTo>
                  <a:pt x="807977" y="4521782"/>
                  <a:pt x="805424" y="4517118"/>
                  <a:pt x="774862" y="4516600"/>
                </a:cubicBezTo>
                <a:cubicBezTo>
                  <a:pt x="750315" y="4523644"/>
                  <a:pt x="671398" y="4522624"/>
                  <a:pt x="654689" y="4508536"/>
                </a:cubicBezTo>
                <a:cubicBezTo>
                  <a:pt x="637868" y="4505459"/>
                  <a:pt x="619334" y="4510410"/>
                  <a:pt x="609821" y="4495335"/>
                </a:cubicBezTo>
                <a:cubicBezTo>
                  <a:pt x="594967" y="4477187"/>
                  <a:pt x="569778" y="4482863"/>
                  <a:pt x="546639" y="4483715"/>
                </a:cubicBezTo>
                <a:cubicBezTo>
                  <a:pt x="511551" y="4480605"/>
                  <a:pt x="483864" y="4467978"/>
                  <a:pt x="448444" y="4468067"/>
                </a:cubicBezTo>
                <a:cubicBezTo>
                  <a:pt x="415629" y="4464821"/>
                  <a:pt x="430775" y="4468600"/>
                  <a:pt x="355452" y="4463696"/>
                </a:cubicBezTo>
                <a:cubicBezTo>
                  <a:pt x="313474" y="4466598"/>
                  <a:pt x="251919" y="4449601"/>
                  <a:pt x="214765" y="4450435"/>
                </a:cubicBezTo>
                <a:cubicBezTo>
                  <a:pt x="212316" y="4447431"/>
                  <a:pt x="185091" y="4449077"/>
                  <a:pt x="163935" y="4448100"/>
                </a:cubicBezTo>
                <a:cubicBezTo>
                  <a:pt x="142779" y="4447123"/>
                  <a:pt x="108889" y="4432016"/>
                  <a:pt x="87830" y="4444571"/>
                </a:cubicBezTo>
                <a:lnTo>
                  <a:pt x="0" y="4433387"/>
                </a:lnTo>
                <a:close/>
              </a:path>
            </a:pathLst>
          </a:cu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A70C28-7687-087E-8E0B-1E0690F0C0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64" r="45071" b="2"/>
          <a:stretch>
            <a:fillRect/>
          </a:stretch>
        </p:blipFill>
        <p:spPr>
          <a:xfrm>
            <a:off x="1" y="-13662"/>
            <a:ext cx="3067990" cy="4486402"/>
          </a:xfrm>
          <a:custGeom>
            <a:avLst/>
            <a:gdLst/>
            <a:ahLst/>
            <a:cxnLst/>
            <a:rect l="l" t="t" r="r" b="b"/>
            <a:pathLst>
              <a:path w="3067990" h="4486402">
                <a:moveTo>
                  <a:pt x="0" y="0"/>
                </a:moveTo>
                <a:lnTo>
                  <a:pt x="3067990" y="0"/>
                </a:lnTo>
                <a:lnTo>
                  <a:pt x="3067990" y="4434678"/>
                </a:lnTo>
                <a:lnTo>
                  <a:pt x="3005136" y="4426674"/>
                </a:lnTo>
                <a:cubicBezTo>
                  <a:pt x="2984892" y="4426477"/>
                  <a:pt x="2964647" y="4432630"/>
                  <a:pt x="2944403" y="4432433"/>
                </a:cubicBezTo>
                <a:cubicBezTo>
                  <a:pt x="2903802" y="4433020"/>
                  <a:pt x="2942523" y="4445800"/>
                  <a:pt x="2891479" y="4437498"/>
                </a:cubicBezTo>
                <a:cubicBezTo>
                  <a:pt x="2840435" y="4419671"/>
                  <a:pt x="2733386" y="4403942"/>
                  <a:pt x="2670602" y="4406269"/>
                </a:cubicBezTo>
                <a:lnTo>
                  <a:pt x="2601567" y="4385855"/>
                </a:lnTo>
                <a:lnTo>
                  <a:pt x="2555755" y="4386872"/>
                </a:lnTo>
                <a:lnTo>
                  <a:pt x="2522574" y="4380920"/>
                </a:lnTo>
                <a:cubicBezTo>
                  <a:pt x="2505748" y="4364465"/>
                  <a:pt x="2499515" y="4369192"/>
                  <a:pt x="2482690" y="4359798"/>
                </a:cubicBezTo>
                <a:cubicBezTo>
                  <a:pt x="2463674" y="4348619"/>
                  <a:pt x="2468309" y="4371071"/>
                  <a:pt x="2418230" y="4355773"/>
                </a:cubicBezTo>
                <a:cubicBezTo>
                  <a:pt x="2389966" y="4363918"/>
                  <a:pt x="2397381" y="4343124"/>
                  <a:pt x="2373124" y="4355934"/>
                </a:cubicBezTo>
                <a:cubicBezTo>
                  <a:pt x="2361515" y="4350812"/>
                  <a:pt x="2343756" y="4347971"/>
                  <a:pt x="2333141" y="4341245"/>
                </a:cubicBezTo>
                <a:lnTo>
                  <a:pt x="2313452" y="4337742"/>
                </a:lnTo>
                <a:lnTo>
                  <a:pt x="2288838" y="4331561"/>
                </a:lnTo>
                <a:lnTo>
                  <a:pt x="2284798" y="4320029"/>
                </a:lnTo>
                <a:lnTo>
                  <a:pt x="2246654" y="4313234"/>
                </a:lnTo>
                <a:cubicBezTo>
                  <a:pt x="2233112" y="4308633"/>
                  <a:pt x="2221188" y="4295927"/>
                  <a:pt x="2203716" y="4295057"/>
                </a:cubicBezTo>
                <a:cubicBezTo>
                  <a:pt x="2166201" y="4287935"/>
                  <a:pt x="2065291" y="4280117"/>
                  <a:pt x="2028271" y="4275095"/>
                </a:cubicBezTo>
                <a:cubicBezTo>
                  <a:pt x="1991251" y="4270074"/>
                  <a:pt x="2010652" y="4268317"/>
                  <a:pt x="1981596" y="4264928"/>
                </a:cubicBezTo>
                <a:cubicBezTo>
                  <a:pt x="1953253" y="4268497"/>
                  <a:pt x="1866336" y="4256745"/>
                  <a:pt x="1850405" y="4240640"/>
                </a:cubicBezTo>
                <a:cubicBezTo>
                  <a:pt x="1832387" y="4235329"/>
                  <a:pt x="1811052" y="4237664"/>
                  <a:pt x="1803238" y="4221575"/>
                </a:cubicBezTo>
                <a:cubicBezTo>
                  <a:pt x="1790076" y="4201744"/>
                  <a:pt x="1725767" y="4221796"/>
                  <a:pt x="1735576" y="4201564"/>
                </a:cubicBezTo>
                <a:cubicBezTo>
                  <a:pt x="1712756" y="4208335"/>
                  <a:pt x="1692774" y="4201125"/>
                  <a:pt x="1673819" y="4190462"/>
                </a:cubicBezTo>
                <a:lnTo>
                  <a:pt x="1653406" y="4177819"/>
                </a:lnTo>
                <a:lnTo>
                  <a:pt x="1634127" y="4179710"/>
                </a:lnTo>
                <a:cubicBezTo>
                  <a:pt x="1624926" y="4163559"/>
                  <a:pt x="1606023" y="4174759"/>
                  <a:pt x="1592100" y="4163307"/>
                </a:cubicBezTo>
                <a:lnTo>
                  <a:pt x="1570088" y="4153009"/>
                </a:lnTo>
                <a:lnTo>
                  <a:pt x="1554918" y="4147539"/>
                </a:lnTo>
                <a:lnTo>
                  <a:pt x="1549412" y="4145242"/>
                </a:lnTo>
                <a:lnTo>
                  <a:pt x="1544829" y="4146621"/>
                </a:lnTo>
                <a:cubicBezTo>
                  <a:pt x="1542253" y="4147096"/>
                  <a:pt x="1540639" y="4146723"/>
                  <a:pt x="1540227" y="4144662"/>
                </a:cubicBezTo>
                <a:lnTo>
                  <a:pt x="1540870" y="4141678"/>
                </a:lnTo>
                <a:lnTo>
                  <a:pt x="1480028" y="4147205"/>
                </a:lnTo>
                <a:lnTo>
                  <a:pt x="1450048" y="4143704"/>
                </a:lnTo>
                <a:cubicBezTo>
                  <a:pt x="1420066" y="4160354"/>
                  <a:pt x="1384545" y="4126004"/>
                  <a:pt x="1355070" y="4157686"/>
                </a:cubicBezTo>
                <a:lnTo>
                  <a:pt x="1231491" y="4157911"/>
                </a:lnTo>
                <a:lnTo>
                  <a:pt x="1175669" y="4154403"/>
                </a:lnTo>
                <a:cubicBezTo>
                  <a:pt x="1163327" y="4160355"/>
                  <a:pt x="1127457" y="4150629"/>
                  <a:pt x="1135056" y="4154527"/>
                </a:cubicBezTo>
                <a:lnTo>
                  <a:pt x="1078746" y="4159023"/>
                </a:lnTo>
                <a:lnTo>
                  <a:pt x="1071329" y="4163144"/>
                </a:lnTo>
                <a:lnTo>
                  <a:pt x="1068711" y="4165302"/>
                </a:lnTo>
                <a:lnTo>
                  <a:pt x="1055959" y="4166495"/>
                </a:lnTo>
                <a:cubicBezTo>
                  <a:pt x="1048027" y="4170471"/>
                  <a:pt x="1045639" y="4178713"/>
                  <a:pt x="1037216" y="4182194"/>
                </a:cubicBezTo>
                <a:cubicBezTo>
                  <a:pt x="1033004" y="4183935"/>
                  <a:pt x="1027282" y="4184485"/>
                  <a:pt x="1018606" y="4182718"/>
                </a:cubicBezTo>
                <a:cubicBezTo>
                  <a:pt x="1018058" y="4170742"/>
                  <a:pt x="1003524" y="4174229"/>
                  <a:pt x="987944" y="4178268"/>
                </a:cubicBezTo>
                <a:lnTo>
                  <a:pt x="973797" y="4181156"/>
                </a:lnTo>
                <a:lnTo>
                  <a:pt x="972433" y="4181930"/>
                </a:lnTo>
                <a:lnTo>
                  <a:pt x="971789" y="4181565"/>
                </a:lnTo>
                <a:lnTo>
                  <a:pt x="965406" y="4182868"/>
                </a:lnTo>
                <a:cubicBezTo>
                  <a:pt x="958709" y="4183296"/>
                  <a:pt x="953368" y="4181997"/>
                  <a:pt x="950999" y="4177105"/>
                </a:cubicBezTo>
                <a:cubicBezTo>
                  <a:pt x="935835" y="4209668"/>
                  <a:pt x="909896" y="4190797"/>
                  <a:pt x="878894" y="4205034"/>
                </a:cubicBezTo>
                <a:cubicBezTo>
                  <a:pt x="856168" y="4214849"/>
                  <a:pt x="852278" y="4207962"/>
                  <a:pt x="828591" y="4213036"/>
                </a:cubicBezTo>
                <a:cubicBezTo>
                  <a:pt x="780794" y="4256129"/>
                  <a:pt x="789761" y="4223483"/>
                  <a:pt x="727702" y="4254740"/>
                </a:cubicBezTo>
                <a:cubicBezTo>
                  <a:pt x="675647" y="4285502"/>
                  <a:pt x="641817" y="4303533"/>
                  <a:pt x="584992" y="4342206"/>
                </a:cubicBezTo>
                <a:cubicBezTo>
                  <a:pt x="579675" y="4358244"/>
                  <a:pt x="555897" y="4364323"/>
                  <a:pt x="537513" y="4373165"/>
                </a:cubicBezTo>
                <a:cubicBezTo>
                  <a:pt x="519129" y="4382007"/>
                  <a:pt x="478460" y="4396730"/>
                  <a:pt x="474686" y="4395261"/>
                </a:cubicBezTo>
                <a:cubicBezTo>
                  <a:pt x="453529" y="4436545"/>
                  <a:pt x="463084" y="4391242"/>
                  <a:pt x="424951" y="4417898"/>
                </a:cubicBezTo>
                <a:cubicBezTo>
                  <a:pt x="400623" y="4426877"/>
                  <a:pt x="394826" y="4429238"/>
                  <a:pt x="381292" y="4437499"/>
                </a:cubicBezTo>
                <a:cubicBezTo>
                  <a:pt x="367758" y="4445761"/>
                  <a:pt x="340364" y="4452372"/>
                  <a:pt x="319032" y="4460407"/>
                </a:cubicBezTo>
                <a:cubicBezTo>
                  <a:pt x="288456" y="4464557"/>
                  <a:pt x="247935" y="4448740"/>
                  <a:pt x="235648" y="4475117"/>
                </a:cubicBezTo>
                <a:cubicBezTo>
                  <a:pt x="204763" y="4480040"/>
                  <a:pt x="214119" y="4478466"/>
                  <a:pt x="184584" y="4486402"/>
                </a:cubicBezTo>
                <a:cubicBezTo>
                  <a:pt x="163340" y="4481164"/>
                  <a:pt x="69153" y="4491621"/>
                  <a:pt x="56571" y="4468140"/>
                </a:cubicBezTo>
                <a:cubicBezTo>
                  <a:pt x="38975" y="4461095"/>
                  <a:pt x="23894" y="4451510"/>
                  <a:pt x="7451" y="4441701"/>
                </a:cubicBezTo>
                <a:lnTo>
                  <a:pt x="0" y="4438090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4FF1A2-BD5B-6AB6-CCCB-9BA73F0EB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70" r="35307" b="-1"/>
          <a:stretch>
            <a:fillRect/>
          </a:stretch>
        </p:blipFill>
        <p:spPr>
          <a:xfrm>
            <a:off x="9124010" y="469558"/>
            <a:ext cx="3067990" cy="5306208"/>
          </a:xfrm>
          <a:custGeom>
            <a:avLst/>
            <a:gdLst/>
            <a:ahLst/>
            <a:cxnLst/>
            <a:rect l="l" t="t" r="r" b="b"/>
            <a:pathLst>
              <a:path w="3067990" h="5306208">
                <a:moveTo>
                  <a:pt x="0" y="0"/>
                </a:moveTo>
                <a:lnTo>
                  <a:pt x="17679" y="2197"/>
                </a:lnTo>
                <a:cubicBezTo>
                  <a:pt x="33325" y="5267"/>
                  <a:pt x="40061" y="9492"/>
                  <a:pt x="55160" y="6949"/>
                </a:cubicBezTo>
                <a:cubicBezTo>
                  <a:pt x="89097" y="9134"/>
                  <a:pt x="67611" y="25176"/>
                  <a:pt x="106767" y="12259"/>
                </a:cubicBezTo>
                <a:cubicBezTo>
                  <a:pt x="96065" y="25995"/>
                  <a:pt x="125167" y="8533"/>
                  <a:pt x="145303" y="19592"/>
                </a:cubicBezTo>
                <a:cubicBezTo>
                  <a:pt x="173545" y="11438"/>
                  <a:pt x="202580" y="21709"/>
                  <a:pt x="219723" y="22905"/>
                </a:cubicBezTo>
                <a:cubicBezTo>
                  <a:pt x="236866" y="24101"/>
                  <a:pt x="223601" y="27862"/>
                  <a:pt x="248161" y="26769"/>
                </a:cubicBezTo>
                <a:lnTo>
                  <a:pt x="282845" y="32305"/>
                </a:lnTo>
                <a:cubicBezTo>
                  <a:pt x="281034" y="27734"/>
                  <a:pt x="286052" y="29081"/>
                  <a:pt x="299813" y="29796"/>
                </a:cubicBezTo>
                <a:lnTo>
                  <a:pt x="336771" y="25722"/>
                </a:lnTo>
                <a:lnTo>
                  <a:pt x="362133" y="29831"/>
                </a:lnTo>
                <a:cubicBezTo>
                  <a:pt x="365533" y="29692"/>
                  <a:pt x="389709" y="25218"/>
                  <a:pt x="389224" y="21707"/>
                </a:cubicBezTo>
                <a:cubicBezTo>
                  <a:pt x="415674" y="36435"/>
                  <a:pt x="418321" y="27183"/>
                  <a:pt x="445444" y="23429"/>
                </a:cubicBezTo>
                <a:cubicBezTo>
                  <a:pt x="468699" y="24812"/>
                  <a:pt x="448654" y="25277"/>
                  <a:pt x="504850" y="27017"/>
                </a:cubicBezTo>
                <a:cubicBezTo>
                  <a:pt x="526726" y="43186"/>
                  <a:pt x="511000" y="15298"/>
                  <a:pt x="553940" y="37940"/>
                </a:cubicBezTo>
                <a:cubicBezTo>
                  <a:pt x="556042" y="36175"/>
                  <a:pt x="582552" y="37794"/>
                  <a:pt x="596427" y="39569"/>
                </a:cubicBezTo>
                <a:cubicBezTo>
                  <a:pt x="610302" y="41344"/>
                  <a:pt x="622838" y="39181"/>
                  <a:pt x="637193" y="48593"/>
                </a:cubicBezTo>
                <a:cubicBezTo>
                  <a:pt x="647681" y="51488"/>
                  <a:pt x="628938" y="47251"/>
                  <a:pt x="661736" y="52178"/>
                </a:cubicBezTo>
                <a:cubicBezTo>
                  <a:pt x="694534" y="57105"/>
                  <a:pt x="801438" y="73787"/>
                  <a:pt x="833982" y="78153"/>
                </a:cubicBezTo>
                <a:cubicBezTo>
                  <a:pt x="866526" y="82519"/>
                  <a:pt x="843637" y="85083"/>
                  <a:pt x="856998" y="85516"/>
                </a:cubicBezTo>
                <a:cubicBezTo>
                  <a:pt x="870359" y="85949"/>
                  <a:pt x="899128" y="78883"/>
                  <a:pt x="914148" y="80753"/>
                </a:cubicBezTo>
                <a:cubicBezTo>
                  <a:pt x="933004" y="82659"/>
                  <a:pt x="935800" y="89960"/>
                  <a:pt x="947118" y="89591"/>
                </a:cubicBezTo>
                <a:cubicBezTo>
                  <a:pt x="957582" y="79374"/>
                  <a:pt x="968693" y="79487"/>
                  <a:pt x="986819" y="85683"/>
                </a:cubicBezTo>
                <a:cubicBezTo>
                  <a:pt x="1020632" y="88467"/>
                  <a:pt x="1020659" y="77957"/>
                  <a:pt x="1053312" y="79472"/>
                </a:cubicBezTo>
                <a:cubicBezTo>
                  <a:pt x="1067641" y="78893"/>
                  <a:pt x="1075307" y="82187"/>
                  <a:pt x="1099213" y="78913"/>
                </a:cubicBezTo>
                <a:cubicBezTo>
                  <a:pt x="1116234" y="79611"/>
                  <a:pt x="1150433" y="81367"/>
                  <a:pt x="1173478" y="71085"/>
                </a:cubicBezTo>
                <a:cubicBezTo>
                  <a:pt x="1198473" y="69776"/>
                  <a:pt x="1180321" y="69312"/>
                  <a:pt x="1207601" y="71902"/>
                </a:cubicBezTo>
                <a:cubicBezTo>
                  <a:pt x="1240927" y="72420"/>
                  <a:pt x="1254799" y="66189"/>
                  <a:pt x="1274057" y="67671"/>
                </a:cubicBezTo>
                <a:cubicBezTo>
                  <a:pt x="1286597" y="63416"/>
                  <a:pt x="1272395" y="68487"/>
                  <a:pt x="1320593" y="63146"/>
                </a:cubicBezTo>
                <a:cubicBezTo>
                  <a:pt x="1339695" y="72605"/>
                  <a:pt x="1356035" y="59669"/>
                  <a:pt x="1372380" y="61707"/>
                </a:cubicBezTo>
                <a:cubicBezTo>
                  <a:pt x="1398302" y="60673"/>
                  <a:pt x="1462014" y="60786"/>
                  <a:pt x="1485648" y="59322"/>
                </a:cubicBezTo>
                <a:cubicBezTo>
                  <a:pt x="1509282" y="57858"/>
                  <a:pt x="1484126" y="55677"/>
                  <a:pt x="1514187" y="52925"/>
                </a:cubicBezTo>
                <a:cubicBezTo>
                  <a:pt x="1569555" y="65174"/>
                  <a:pt x="1600453" y="43129"/>
                  <a:pt x="1656491" y="40431"/>
                </a:cubicBezTo>
                <a:cubicBezTo>
                  <a:pt x="1690508" y="23359"/>
                  <a:pt x="1714615" y="41093"/>
                  <a:pt x="1751810" y="28028"/>
                </a:cubicBezTo>
                <a:cubicBezTo>
                  <a:pt x="1776981" y="24033"/>
                  <a:pt x="1780637" y="27850"/>
                  <a:pt x="1794814" y="25985"/>
                </a:cubicBezTo>
                <a:cubicBezTo>
                  <a:pt x="1808991" y="24120"/>
                  <a:pt x="1824981" y="19624"/>
                  <a:pt x="1836873" y="16837"/>
                </a:cubicBezTo>
                <a:cubicBezTo>
                  <a:pt x="1843238" y="20475"/>
                  <a:pt x="1892709" y="14065"/>
                  <a:pt x="1891567" y="9261"/>
                </a:cubicBezTo>
                <a:cubicBezTo>
                  <a:pt x="1898917" y="10907"/>
                  <a:pt x="1919236" y="17279"/>
                  <a:pt x="1921530" y="9673"/>
                </a:cubicBezTo>
                <a:cubicBezTo>
                  <a:pt x="1959058" y="9592"/>
                  <a:pt x="1980141" y="8525"/>
                  <a:pt x="2012969" y="18663"/>
                </a:cubicBezTo>
                <a:cubicBezTo>
                  <a:pt x="2036300" y="22440"/>
                  <a:pt x="2020005" y="20413"/>
                  <a:pt x="2034526" y="22810"/>
                </a:cubicBezTo>
                <a:cubicBezTo>
                  <a:pt x="2049047" y="25207"/>
                  <a:pt x="2073237" y="20913"/>
                  <a:pt x="2096919" y="20343"/>
                </a:cubicBezTo>
                <a:cubicBezTo>
                  <a:pt x="2120930" y="20475"/>
                  <a:pt x="2148905" y="24557"/>
                  <a:pt x="2166686" y="25985"/>
                </a:cubicBezTo>
                <a:cubicBezTo>
                  <a:pt x="2184467" y="27413"/>
                  <a:pt x="2188709" y="27070"/>
                  <a:pt x="2203604" y="28912"/>
                </a:cubicBezTo>
                <a:cubicBezTo>
                  <a:pt x="2228460" y="25462"/>
                  <a:pt x="2249347" y="27280"/>
                  <a:pt x="2267962" y="34655"/>
                </a:cubicBezTo>
                <a:cubicBezTo>
                  <a:pt x="2282447" y="36548"/>
                  <a:pt x="2275023" y="40857"/>
                  <a:pt x="2285749" y="42654"/>
                </a:cubicBezTo>
                <a:cubicBezTo>
                  <a:pt x="2296475" y="44451"/>
                  <a:pt x="2303314" y="36327"/>
                  <a:pt x="2332319" y="38293"/>
                </a:cubicBezTo>
                <a:cubicBezTo>
                  <a:pt x="2342638" y="38690"/>
                  <a:pt x="2342293" y="46311"/>
                  <a:pt x="2364330" y="47416"/>
                </a:cubicBezTo>
                <a:cubicBezTo>
                  <a:pt x="2386367" y="48521"/>
                  <a:pt x="2474972" y="53278"/>
                  <a:pt x="2507404" y="54450"/>
                </a:cubicBezTo>
                <a:cubicBezTo>
                  <a:pt x="2539836" y="55622"/>
                  <a:pt x="2526706" y="52404"/>
                  <a:pt x="2542253" y="52069"/>
                </a:cubicBezTo>
                <a:cubicBezTo>
                  <a:pt x="2557800" y="51734"/>
                  <a:pt x="2576193" y="43331"/>
                  <a:pt x="2600687" y="52438"/>
                </a:cubicBezTo>
                <a:cubicBezTo>
                  <a:pt x="2619009" y="47593"/>
                  <a:pt x="2619480" y="58712"/>
                  <a:pt x="2639796" y="61580"/>
                </a:cubicBezTo>
                <a:cubicBezTo>
                  <a:pt x="2651005" y="65638"/>
                  <a:pt x="2665035" y="64461"/>
                  <a:pt x="2674289" y="67260"/>
                </a:cubicBezTo>
                <a:cubicBezTo>
                  <a:pt x="2683543" y="70059"/>
                  <a:pt x="2690859" y="70563"/>
                  <a:pt x="2697705" y="73610"/>
                </a:cubicBezTo>
                <a:cubicBezTo>
                  <a:pt x="2704551" y="76657"/>
                  <a:pt x="2706632" y="82764"/>
                  <a:pt x="2715363" y="85542"/>
                </a:cubicBezTo>
                <a:cubicBezTo>
                  <a:pt x="2724094" y="88320"/>
                  <a:pt x="2737748" y="93210"/>
                  <a:pt x="2747711" y="95041"/>
                </a:cubicBezTo>
                <a:cubicBezTo>
                  <a:pt x="2757674" y="96872"/>
                  <a:pt x="2756162" y="94038"/>
                  <a:pt x="2775143" y="96530"/>
                </a:cubicBezTo>
                <a:cubicBezTo>
                  <a:pt x="2806082" y="101851"/>
                  <a:pt x="2833945" y="105706"/>
                  <a:pt x="2868742" y="105230"/>
                </a:cubicBezTo>
                <a:cubicBezTo>
                  <a:pt x="2875265" y="114937"/>
                  <a:pt x="2885652" y="110531"/>
                  <a:pt x="2899543" y="105394"/>
                </a:cubicBezTo>
                <a:cubicBezTo>
                  <a:pt x="2925511" y="112474"/>
                  <a:pt x="2969369" y="117959"/>
                  <a:pt x="3013791" y="133788"/>
                </a:cubicBezTo>
                <a:cubicBezTo>
                  <a:pt x="3032699" y="143490"/>
                  <a:pt x="3036873" y="145156"/>
                  <a:pt x="3050423" y="147827"/>
                </a:cubicBezTo>
                <a:lnTo>
                  <a:pt x="3067990" y="151167"/>
                </a:lnTo>
                <a:lnTo>
                  <a:pt x="3067990" y="5306208"/>
                </a:lnTo>
                <a:lnTo>
                  <a:pt x="3067989" y="5306208"/>
                </a:lnTo>
                <a:lnTo>
                  <a:pt x="3067989" y="4893381"/>
                </a:lnTo>
                <a:lnTo>
                  <a:pt x="3043495" y="4888945"/>
                </a:lnTo>
                <a:cubicBezTo>
                  <a:pt x="3028259" y="4893118"/>
                  <a:pt x="3019652" y="4892952"/>
                  <a:pt x="3013339" y="4882572"/>
                </a:cubicBezTo>
                <a:cubicBezTo>
                  <a:pt x="2976030" y="4880406"/>
                  <a:pt x="2937572" y="4854236"/>
                  <a:pt x="2913679" y="4866583"/>
                </a:cubicBezTo>
                <a:cubicBezTo>
                  <a:pt x="2915195" y="4844724"/>
                  <a:pt x="2901822" y="4852928"/>
                  <a:pt x="2875805" y="4847666"/>
                </a:cubicBezTo>
                <a:cubicBezTo>
                  <a:pt x="2857196" y="4841543"/>
                  <a:pt x="2817003" y="4828668"/>
                  <a:pt x="2802025" y="4822783"/>
                </a:cubicBezTo>
                <a:cubicBezTo>
                  <a:pt x="2787047" y="4816898"/>
                  <a:pt x="2775570" y="4821194"/>
                  <a:pt x="2760539" y="4815530"/>
                </a:cubicBezTo>
                <a:cubicBezTo>
                  <a:pt x="2767288" y="4796834"/>
                  <a:pt x="2677653" y="4809589"/>
                  <a:pt x="2711840" y="4795862"/>
                </a:cubicBezTo>
                <a:cubicBezTo>
                  <a:pt x="2686235" y="4784723"/>
                  <a:pt x="2695650" y="4790294"/>
                  <a:pt x="2682112" y="4795333"/>
                </a:cubicBezTo>
                <a:cubicBezTo>
                  <a:pt x="2649913" y="4790479"/>
                  <a:pt x="2647066" y="4789023"/>
                  <a:pt x="2609911" y="4793621"/>
                </a:cubicBezTo>
                <a:cubicBezTo>
                  <a:pt x="2593415" y="4792900"/>
                  <a:pt x="2587573" y="4790380"/>
                  <a:pt x="2572897" y="4788900"/>
                </a:cubicBezTo>
                <a:cubicBezTo>
                  <a:pt x="2558221" y="4787420"/>
                  <a:pt x="2550125" y="4788497"/>
                  <a:pt x="2521855" y="4784742"/>
                </a:cubicBezTo>
                <a:cubicBezTo>
                  <a:pt x="2499495" y="4780034"/>
                  <a:pt x="2483262" y="4781350"/>
                  <a:pt x="2465205" y="4778639"/>
                </a:cubicBezTo>
                <a:cubicBezTo>
                  <a:pt x="2447148" y="4775928"/>
                  <a:pt x="2436144" y="4771669"/>
                  <a:pt x="2413515" y="4768475"/>
                </a:cubicBezTo>
                <a:cubicBezTo>
                  <a:pt x="2394088" y="4759549"/>
                  <a:pt x="2320814" y="4780944"/>
                  <a:pt x="2306138" y="4754193"/>
                </a:cubicBezTo>
                <a:cubicBezTo>
                  <a:pt x="2253007" y="4759585"/>
                  <a:pt x="2237974" y="4748779"/>
                  <a:pt x="2194302" y="4744039"/>
                </a:cubicBezTo>
                <a:cubicBezTo>
                  <a:pt x="2152070" y="4739084"/>
                  <a:pt x="2146753" y="4742096"/>
                  <a:pt x="2102639" y="4729235"/>
                </a:cubicBezTo>
                <a:cubicBezTo>
                  <a:pt x="2068179" y="4716412"/>
                  <a:pt x="2049689" y="4712365"/>
                  <a:pt x="2009484" y="4709589"/>
                </a:cubicBezTo>
                <a:cubicBezTo>
                  <a:pt x="2006497" y="4717158"/>
                  <a:pt x="1958536" y="4701984"/>
                  <a:pt x="1950778" y="4699749"/>
                </a:cubicBezTo>
                <a:cubicBezTo>
                  <a:pt x="1951667" y="4704726"/>
                  <a:pt x="1926336" y="4706913"/>
                  <a:pt x="1919770" y="4702723"/>
                </a:cubicBezTo>
                <a:cubicBezTo>
                  <a:pt x="1861690" y="4705646"/>
                  <a:pt x="1843962" y="4724688"/>
                  <a:pt x="1800432" y="4714687"/>
                </a:cubicBezTo>
                <a:cubicBezTo>
                  <a:pt x="1766454" y="4714617"/>
                  <a:pt x="1768076" y="4724355"/>
                  <a:pt x="1719261" y="4724244"/>
                </a:cubicBezTo>
                <a:cubicBezTo>
                  <a:pt x="1698725" y="4728489"/>
                  <a:pt x="1704876" y="4720084"/>
                  <a:pt x="1679325" y="4720398"/>
                </a:cubicBezTo>
                <a:cubicBezTo>
                  <a:pt x="1646713" y="4738364"/>
                  <a:pt x="1612035" y="4726657"/>
                  <a:pt x="1565956" y="4726125"/>
                </a:cubicBezTo>
                <a:cubicBezTo>
                  <a:pt x="1509596" y="4724792"/>
                  <a:pt x="1462482" y="4732200"/>
                  <a:pt x="1413439" y="4724264"/>
                </a:cubicBezTo>
                <a:cubicBezTo>
                  <a:pt x="1395410" y="4730641"/>
                  <a:pt x="1371319" y="4739221"/>
                  <a:pt x="1351513" y="4728134"/>
                </a:cubicBezTo>
                <a:cubicBezTo>
                  <a:pt x="1299513" y="4729900"/>
                  <a:pt x="1305583" y="4734952"/>
                  <a:pt x="1285766" y="4728501"/>
                </a:cubicBezTo>
                <a:cubicBezTo>
                  <a:pt x="1246313" y="4730975"/>
                  <a:pt x="1252677" y="4725316"/>
                  <a:pt x="1217013" y="4722250"/>
                </a:cubicBezTo>
                <a:cubicBezTo>
                  <a:pt x="1187972" y="4717535"/>
                  <a:pt x="1202419" y="4717968"/>
                  <a:pt x="1175553" y="4717397"/>
                </a:cubicBezTo>
                <a:cubicBezTo>
                  <a:pt x="1150152" y="4726111"/>
                  <a:pt x="1132757" y="4715339"/>
                  <a:pt x="1125937" y="4713080"/>
                </a:cubicBezTo>
                <a:cubicBezTo>
                  <a:pt x="1101933" y="4714551"/>
                  <a:pt x="1066390" y="4702547"/>
                  <a:pt x="1070414" y="4718045"/>
                </a:cubicBezTo>
                <a:cubicBezTo>
                  <a:pt x="1036699" y="4697042"/>
                  <a:pt x="1037956" y="4718362"/>
                  <a:pt x="1001930" y="4712953"/>
                </a:cubicBezTo>
                <a:cubicBezTo>
                  <a:pt x="982943" y="4705262"/>
                  <a:pt x="958349" y="4701127"/>
                  <a:pt x="946429" y="4710733"/>
                </a:cubicBezTo>
                <a:cubicBezTo>
                  <a:pt x="873991" y="4698538"/>
                  <a:pt x="917810" y="4694854"/>
                  <a:pt x="843959" y="4682048"/>
                </a:cubicBezTo>
                <a:cubicBezTo>
                  <a:pt x="805648" y="4675599"/>
                  <a:pt x="748814" y="4673116"/>
                  <a:pt x="719028" y="4663910"/>
                </a:cubicBezTo>
                <a:cubicBezTo>
                  <a:pt x="689242" y="4654703"/>
                  <a:pt x="681940" y="4658862"/>
                  <a:pt x="658894" y="4652209"/>
                </a:cubicBezTo>
                <a:cubicBezTo>
                  <a:pt x="635848" y="4645555"/>
                  <a:pt x="606360" y="4645052"/>
                  <a:pt x="587813" y="4641642"/>
                </a:cubicBezTo>
                <a:cubicBezTo>
                  <a:pt x="569266" y="4638232"/>
                  <a:pt x="549985" y="4630114"/>
                  <a:pt x="547611" y="4631750"/>
                </a:cubicBezTo>
                <a:cubicBezTo>
                  <a:pt x="510247" y="4623077"/>
                  <a:pt x="499088" y="4633791"/>
                  <a:pt x="476778" y="4615662"/>
                </a:cubicBezTo>
                <a:cubicBezTo>
                  <a:pt x="457686" y="4613372"/>
                  <a:pt x="453369" y="4611385"/>
                  <a:pt x="433058" y="4610953"/>
                </a:cubicBezTo>
                <a:cubicBezTo>
                  <a:pt x="412747" y="4610521"/>
                  <a:pt x="383201" y="4613107"/>
                  <a:pt x="354910" y="4613069"/>
                </a:cubicBezTo>
                <a:cubicBezTo>
                  <a:pt x="325594" y="4614825"/>
                  <a:pt x="324861" y="4631623"/>
                  <a:pt x="297551" y="4614611"/>
                </a:cubicBezTo>
                <a:cubicBezTo>
                  <a:pt x="297827" y="4618223"/>
                  <a:pt x="283633" y="4619398"/>
                  <a:pt x="279981" y="4619280"/>
                </a:cubicBezTo>
                <a:lnTo>
                  <a:pt x="251060" y="4621023"/>
                </a:lnTo>
                <a:lnTo>
                  <a:pt x="248621" y="4615319"/>
                </a:lnTo>
                <a:cubicBezTo>
                  <a:pt x="237819" y="4612965"/>
                  <a:pt x="219269" y="4618593"/>
                  <a:pt x="208474" y="4619602"/>
                </a:cubicBezTo>
                <a:lnTo>
                  <a:pt x="183850" y="4621375"/>
                </a:lnTo>
                <a:lnTo>
                  <a:pt x="174486" y="4620574"/>
                </a:lnTo>
                <a:lnTo>
                  <a:pt x="170493" y="4620635"/>
                </a:lnTo>
                <a:lnTo>
                  <a:pt x="160178" y="4616375"/>
                </a:lnTo>
                <a:cubicBezTo>
                  <a:pt x="150587" y="4615308"/>
                  <a:pt x="143414" y="4608454"/>
                  <a:pt x="137679" y="4607411"/>
                </a:cubicBezTo>
                <a:cubicBezTo>
                  <a:pt x="131944" y="4606369"/>
                  <a:pt x="130252" y="4614284"/>
                  <a:pt x="125767" y="4610124"/>
                </a:cubicBezTo>
                <a:cubicBezTo>
                  <a:pt x="131450" y="4607091"/>
                  <a:pt x="122536" y="4604620"/>
                  <a:pt x="118604" y="4602416"/>
                </a:cubicBezTo>
                <a:lnTo>
                  <a:pt x="82934" y="4599702"/>
                </a:lnTo>
                <a:cubicBezTo>
                  <a:pt x="39823" y="4602644"/>
                  <a:pt x="55074" y="4589236"/>
                  <a:pt x="41888" y="4597726"/>
                </a:cubicBezTo>
                <a:cubicBezTo>
                  <a:pt x="25543" y="4601103"/>
                  <a:pt x="15576" y="4602785"/>
                  <a:pt x="8238" y="4603430"/>
                </a:cubicBezTo>
                <a:lnTo>
                  <a:pt x="0" y="4603190"/>
                </a:lnTo>
                <a:close/>
              </a:path>
            </a:pathLst>
          </a:cu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C006893-3AF6-7952-A530-66D7901B94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728" r="23761" b="2"/>
          <a:stretch>
            <a:fillRect/>
          </a:stretch>
        </p:blipFill>
        <p:spPr>
          <a:xfrm>
            <a:off x="6095999" y="1278"/>
            <a:ext cx="3067990" cy="5149699"/>
          </a:xfrm>
          <a:custGeom>
            <a:avLst/>
            <a:gdLst/>
            <a:ahLst/>
            <a:cxnLst/>
            <a:rect l="l" t="t" r="r" b="b"/>
            <a:pathLst>
              <a:path w="3067990" h="5149699">
                <a:moveTo>
                  <a:pt x="0" y="0"/>
                </a:moveTo>
                <a:lnTo>
                  <a:pt x="8632" y="2126"/>
                </a:lnTo>
                <a:cubicBezTo>
                  <a:pt x="71597" y="8644"/>
                  <a:pt x="52747" y="11892"/>
                  <a:pt x="102111" y="11566"/>
                </a:cubicBezTo>
                <a:cubicBezTo>
                  <a:pt x="107032" y="11203"/>
                  <a:pt x="116450" y="20386"/>
                  <a:pt x="135511" y="18109"/>
                </a:cubicBezTo>
                <a:cubicBezTo>
                  <a:pt x="165681" y="22040"/>
                  <a:pt x="149025" y="33094"/>
                  <a:pt x="187668" y="36734"/>
                </a:cubicBezTo>
                <a:cubicBezTo>
                  <a:pt x="184095" y="40156"/>
                  <a:pt x="221954" y="38461"/>
                  <a:pt x="225602" y="50611"/>
                </a:cubicBezTo>
                <a:cubicBezTo>
                  <a:pt x="242020" y="54481"/>
                  <a:pt x="267241" y="57744"/>
                  <a:pt x="286175" y="59952"/>
                </a:cubicBezTo>
                <a:cubicBezTo>
                  <a:pt x="314543" y="65902"/>
                  <a:pt x="328665" y="72319"/>
                  <a:pt x="332857" y="76558"/>
                </a:cubicBezTo>
                <a:cubicBezTo>
                  <a:pt x="361257" y="83289"/>
                  <a:pt x="358186" y="84500"/>
                  <a:pt x="395478" y="98782"/>
                </a:cubicBezTo>
                <a:cubicBezTo>
                  <a:pt x="417363" y="93652"/>
                  <a:pt x="436168" y="104748"/>
                  <a:pt x="445328" y="114882"/>
                </a:cubicBezTo>
                <a:cubicBezTo>
                  <a:pt x="470101" y="124482"/>
                  <a:pt x="523910" y="147405"/>
                  <a:pt x="559300" y="150440"/>
                </a:cubicBezTo>
                <a:cubicBezTo>
                  <a:pt x="613422" y="149710"/>
                  <a:pt x="598278" y="160982"/>
                  <a:pt x="622357" y="169552"/>
                </a:cubicBezTo>
                <a:cubicBezTo>
                  <a:pt x="641101" y="180205"/>
                  <a:pt x="638493" y="171007"/>
                  <a:pt x="658054" y="184474"/>
                </a:cubicBezTo>
                <a:lnTo>
                  <a:pt x="694284" y="200095"/>
                </a:lnTo>
                <a:lnTo>
                  <a:pt x="737979" y="224556"/>
                </a:lnTo>
                <a:lnTo>
                  <a:pt x="747981" y="231280"/>
                </a:lnTo>
                <a:cubicBezTo>
                  <a:pt x="753111" y="231304"/>
                  <a:pt x="756366" y="231723"/>
                  <a:pt x="758445" y="232460"/>
                </a:cubicBezTo>
                <a:cubicBezTo>
                  <a:pt x="758496" y="232559"/>
                  <a:pt x="758549" y="232658"/>
                  <a:pt x="758600" y="232757"/>
                </a:cubicBezTo>
                <a:lnTo>
                  <a:pt x="773364" y="235718"/>
                </a:lnTo>
                <a:cubicBezTo>
                  <a:pt x="790479" y="236082"/>
                  <a:pt x="824818" y="262048"/>
                  <a:pt x="841072" y="261356"/>
                </a:cubicBezTo>
                <a:cubicBezTo>
                  <a:pt x="848247" y="277811"/>
                  <a:pt x="845053" y="250444"/>
                  <a:pt x="872404" y="265382"/>
                </a:cubicBezTo>
                <a:cubicBezTo>
                  <a:pt x="884596" y="267374"/>
                  <a:pt x="889722" y="269394"/>
                  <a:pt x="899938" y="270925"/>
                </a:cubicBezTo>
                <a:cubicBezTo>
                  <a:pt x="900079" y="271345"/>
                  <a:pt x="933560" y="274145"/>
                  <a:pt x="933701" y="274565"/>
                </a:cubicBezTo>
                <a:lnTo>
                  <a:pt x="958104" y="278658"/>
                </a:lnTo>
                <a:lnTo>
                  <a:pt x="963678" y="280729"/>
                </a:lnTo>
                <a:lnTo>
                  <a:pt x="996167" y="277529"/>
                </a:lnTo>
                <a:lnTo>
                  <a:pt x="1012387" y="277350"/>
                </a:lnTo>
                <a:lnTo>
                  <a:pt x="1018139" y="274257"/>
                </a:lnTo>
                <a:cubicBezTo>
                  <a:pt x="1023705" y="272608"/>
                  <a:pt x="1030840" y="272419"/>
                  <a:pt x="1041488" y="275538"/>
                </a:cubicBezTo>
                <a:lnTo>
                  <a:pt x="1043729" y="276831"/>
                </a:lnTo>
                <a:lnTo>
                  <a:pt x="1076532" y="271239"/>
                </a:lnTo>
                <a:cubicBezTo>
                  <a:pt x="1083544" y="269462"/>
                  <a:pt x="1111552" y="278849"/>
                  <a:pt x="1117458" y="275294"/>
                </a:cubicBezTo>
                <a:cubicBezTo>
                  <a:pt x="1173364" y="280135"/>
                  <a:pt x="1207569" y="263603"/>
                  <a:pt x="1275827" y="275029"/>
                </a:cubicBezTo>
                <a:cubicBezTo>
                  <a:pt x="1321519" y="279616"/>
                  <a:pt x="1347196" y="279519"/>
                  <a:pt x="1376683" y="283128"/>
                </a:cubicBezTo>
                <a:cubicBezTo>
                  <a:pt x="1406170" y="286737"/>
                  <a:pt x="1433752" y="293140"/>
                  <a:pt x="1452749" y="296685"/>
                </a:cubicBezTo>
                <a:cubicBezTo>
                  <a:pt x="1471746" y="300230"/>
                  <a:pt x="1466619" y="301895"/>
                  <a:pt x="1490664" y="304401"/>
                </a:cubicBezTo>
                <a:cubicBezTo>
                  <a:pt x="1514709" y="306907"/>
                  <a:pt x="1573675" y="305000"/>
                  <a:pt x="1597021" y="311721"/>
                </a:cubicBezTo>
                <a:cubicBezTo>
                  <a:pt x="1622238" y="311037"/>
                  <a:pt x="1625537" y="322069"/>
                  <a:pt x="1639314" y="320753"/>
                </a:cubicBezTo>
                <a:cubicBezTo>
                  <a:pt x="1710549" y="337224"/>
                  <a:pt x="1769892" y="334296"/>
                  <a:pt x="1856583" y="331628"/>
                </a:cubicBezTo>
                <a:cubicBezTo>
                  <a:pt x="1913730" y="336509"/>
                  <a:pt x="1912698" y="339285"/>
                  <a:pt x="1937745" y="342098"/>
                </a:cubicBezTo>
                <a:cubicBezTo>
                  <a:pt x="1945390" y="344925"/>
                  <a:pt x="1949181" y="335092"/>
                  <a:pt x="1956068" y="338984"/>
                </a:cubicBezTo>
                <a:lnTo>
                  <a:pt x="1991434" y="344183"/>
                </a:lnTo>
                <a:lnTo>
                  <a:pt x="2017399" y="354323"/>
                </a:lnTo>
                <a:lnTo>
                  <a:pt x="2041804" y="360756"/>
                </a:lnTo>
                <a:lnTo>
                  <a:pt x="2071138" y="363487"/>
                </a:lnTo>
                <a:cubicBezTo>
                  <a:pt x="2080124" y="365903"/>
                  <a:pt x="2080713" y="373697"/>
                  <a:pt x="2092557" y="373570"/>
                </a:cubicBezTo>
                <a:cubicBezTo>
                  <a:pt x="2128517" y="378742"/>
                  <a:pt x="2193287" y="383225"/>
                  <a:pt x="2242182" y="388922"/>
                </a:cubicBezTo>
                <a:cubicBezTo>
                  <a:pt x="2266404" y="385527"/>
                  <a:pt x="2301142" y="392029"/>
                  <a:pt x="2311187" y="401718"/>
                </a:cubicBezTo>
                <a:cubicBezTo>
                  <a:pt x="2323182" y="404413"/>
                  <a:pt x="2352098" y="404462"/>
                  <a:pt x="2363765" y="402554"/>
                </a:cubicBezTo>
                <a:cubicBezTo>
                  <a:pt x="2374121" y="402833"/>
                  <a:pt x="2375999" y="406521"/>
                  <a:pt x="2389759" y="407955"/>
                </a:cubicBezTo>
                <a:cubicBezTo>
                  <a:pt x="2404778" y="411334"/>
                  <a:pt x="2437354" y="427346"/>
                  <a:pt x="2451497" y="432353"/>
                </a:cubicBezTo>
                <a:cubicBezTo>
                  <a:pt x="2465640" y="437360"/>
                  <a:pt x="2451256" y="432175"/>
                  <a:pt x="2474615" y="437995"/>
                </a:cubicBezTo>
                <a:cubicBezTo>
                  <a:pt x="2482949" y="439979"/>
                  <a:pt x="2481204" y="447714"/>
                  <a:pt x="2499122" y="451403"/>
                </a:cubicBezTo>
                <a:cubicBezTo>
                  <a:pt x="2517041" y="455093"/>
                  <a:pt x="2557176" y="459358"/>
                  <a:pt x="2582126" y="460132"/>
                </a:cubicBezTo>
                <a:cubicBezTo>
                  <a:pt x="2610000" y="447613"/>
                  <a:pt x="2600233" y="464657"/>
                  <a:pt x="2651203" y="448902"/>
                </a:cubicBezTo>
                <a:cubicBezTo>
                  <a:pt x="2652514" y="450917"/>
                  <a:pt x="2673343" y="450050"/>
                  <a:pt x="2694692" y="451398"/>
                </a:cubicBezTo>
                <a:cubicBezTo>
                  <a:pt x="2716041" y="452746"/>
                  <a:pt x="2761501" y="464041"/>
                  <a:pt x="2779298" y="456988"/>
                </a:cubicBezTo>
                <a:lnTo>
                  <a:pt x="2936306" y="456249"/>
                </a:lnTo>
                <a:lnTo>
                  <a:pt x="3026435" y="468085"/>
                </a:lnTo>
                <a:cubicBezTo>
                  <a:pt x="3042105" y="469033"/>
                  <a:pt x="3051256" y="471666"/>
                  <a:pt x="3059006" y="473639"/>
                </a:cubicBezTo>
                <a:lnTo>
                  <a:pt x="3067990" y="474231"/>
                </a:lnTo>
                <a:lnTo>
                  <a:pt x="3067990" y="5066330"/>
                </a:lnTo>
                <a:lnTo>
                  <a:pt x="3036249" y="5071710"/>
                </a:lnTo>
                <a:cubicBezTo>
                  <a:pt x="3028911" y="5072355"/>
                  <a:pt x="3024202" y="5071963"/>
                  <a:pt x="3018374" y="5071188"/>
                </a:cubicBezTo>
                <a:cubicBezTo>
                  <a:pt x="2981557" y="5076634"/>
                  <a:pt x="2975787" y="5078874"/>
                  <a:pt x="2928454" y="5083368"/>
                </a:cubicBezTo>
                <a:cubicBezTo>
                  <a:pt x="2902026" y="5096160"/>
                  <a:pt x="2894473" y="5096992"/>
                  <a:pt x="2874456" y="5102330"/>
                </a:cubicBezTo>
                <a:cubicBezTo>
                  <a:pt x="2849799" y="5110661"/>
                  <a:pt x="2856324" y="5116728"/>
                  <a:pt x="2826359" y="5120681"/>
                </a:cubicBezTo>
                <a:cubicBezTo>
                  <a:pt x="2811152" y="5125070"/>
                  <a:pt x="2799749" y="5135440"/>
                  <a:pt x="2790273" y="5139251"/>
                </a:cubicBezTo>
                <a:cubicBezTo>
                  <a:pt x="2780797" y="5143062"/>
                  <a:pt x="2776994" y="5141825"/>
                  <a:pt x="2761021" y="5144617"/>
                </a:cubicBezTo>
                <a:cubicBezTo>
                  <a:pt x="2750399" y="5143672"/>
                  <a:pt x="2716008" y="5143647"/>
                  <a:pt x="2709599" y="5145416"/>
                </a:cubicBezTo>
                <a:cubicBezTo>
                  <a:pt x="2691337" y="5155744"/>
                  <a:pt x="2674953" y="5144170"/>
                  <a:pt x="2643019" y="5144002"/>
                </a:cubicBezTo>
                <a:lnTo>
                  <a:pt x="2605306" y="5145401"/>
                </a:lnTo>
                <a:cubicBezTo>
                  <a:pt x="2598456" y="5139894"/>
                  <a:pt x="2544492" y="5137937"/>
                  <a:pt x="2540666" y="5130474"/>
                </a:cubicBezTo>
                <a:cubicBezTo>
                  <a:pt x="2520890" y="5122976"/>
                  <a:pt x="2520818" y="5104076"/>
                  <a:pt x="2490181" y="5096885"/>
                </a:cubicBezTo>
                <a:cubicBezTo>
                  <a:pt x="2473666" y="5089694"/>
                  <a:pt x="2482843" y="5107802"/>
                  <a:pt x="2441578" y="5087331"/>
                </a:cubicBezTo>
                <a:cubicBezTo>
                  <a:pt x="2404207" y="5055658"/>
                  <a:pt x="2246399" y="5032666"/>
                  <a:pt x="2239061" y="4977592"/>
                </a:cubicBezTo>
                <a:cubicBezTo>
                  <a:pt x="2172141" y="4959717"/>
                  <a:pt x="2228317" y="4960563"/>
                  <a:pt x="2138397" y="4945422"/>
                </a:cubicBezTo>
                <a:cubicBezTo>
                  <a:pt x="2058643" y="4932605"/>
                  <a:pt x="1820980" y="4910463"/>
                  <a:pt x="1766888" y="4891159"/>
                </a:cubicBezTo>
                <a:cubicBezTo>
                  <a:pt x="1693746" y="4881380"/>
                  <a:pt x="1731387" y="4880829"/>
                  <a:pt x="1699544" y="4886748"/>
                </a:cubicBezTo>
                <a:cubicBezTo>
                  <a:pt x="1645920" y="4895473"/>
                  <a:pt x="1642875" y="4877798"/>
                  <a:pt x="1607580" y="4879045"/>
                </a:cubicBezTo>
                <a:cubicBezTo>
                  <a:pt x="1555088" y="4865773"/>
                  <a:pt x="1453749" y="4859346"/>
                  <a:pt x="1384598" y="4845217"/>
                </a:cubicBezTo>
                <a:cubicBezTo>
                  <a:pt x="1326341" y="4835627"/>
                  <a:pt x="1315092" y="4821514"/>
                  <a:pt x="1258391" y="4816554"/>
                </a:cubicBezTo>
                <a:cubicBezTo>
                  <a:pt x="1226403" y="4808063"/>
                  <a:pt x="1218929" y="4802264"/>
                  <a:pt x="1192670" y="4794273"/>
                </a:cubicBezTo>
                <a:cubicBezTo>
                  <a:pt x="1172212" y="4781098"/>
                  <a:pt x="1134543" y="4780537"/>
                  <a:pt x="1100484" y="4773564"/>
                </a:cubicBezTo>
                <a:cubicBezTo>
                  <a:pt x="1083354" y="4772013"/>
                  <a:pt x="1065276" y="4777578"/>
                  <a:pt x="1028112" y="4767096"/>
                </a:cubicBezTo>
                <a:cubicBezTo>
                  <a:pt x="999846" y="4759146"/>
                  <a:pt x="967016" y="4743196"/>
                  <a:pt x="963745" y="4764863"/>
                </a:cubicBezTo>
                <a:cubicBezTo>
                  <a:pt x="935062" y="4736624"/>
                  <a:pt x="945601" y="4756035"/>
                  <a:pt x="908364" y="4755572"/>
                </a:cubicBezTo>
                <a:cubicBezTo>
                  <a:pt x="831301" y="4740343"/>
                  <a:pt x="772395" y="4745078"/>
                  <a:pt x="699185" y="4729739"/>
                </a:cubicBezTo>
                <a:cubicBezTo>
                  <a:pt x="680644" y="4710950"/>
                  <a:pt x="671269" y="4756745"/>
                  <a:pt x="624173" y="4712819"/>
                </a:cubicBezTo>
                <a:cubicBezTo>
                  <a:pt x="620673" y="4715011"/>
                  <a:pt x="605890" y="4702494"/>
                  <a:pt x="587551" y="4697060"/>
                </a:cubicBezTo>
                <a:cubicBezTo>
                  <a:pt x="569213" y="4691626"/>
                  <a:pt x="529126" y="4697683"/>
                  <a:pt x="514142" y="4680213"/>
                </a:cubicBezTo>
                <a:cubicBezTo>
                  <a:pt x="490554" y="4678007"/>
                  <a:pt x="455880" y="4670399"/>
                  <a:pt x="435429" y="4669695"/>
                </a:cubicBezTo>
                <a:cubicBezTo>
                  <a:pt x="414978" y="4668991"/>
                  <a:pt x="413693" y="4665510"/>
                  <a:pt x="398498" y="4661863"/>
                </a:cubicBezTo>
                <a:lnTo>
                  <a:pt x="391864" y="4657306"/>
                </a:lnTo>
                <a:lnTo>
                  <a:pt x="393991" y="4656812"/>
                </a:lnTo>
                <a:cubicBezTo>
                  <a:pt x="393161" y="4656323"/>
                  <a:pt x="391036" y="4655963"/>
                  <a:pt x="390744" y="4656537"/>
                </a:cubicBezTo>
                <a:lnTo>
                  <a:pt x="391864" y="4657306"/>
                </a:lnTo>
                <a:lnTo>
                  <a:pt x="389463" y="4657864"/>
                </a:lnTo>
                <a:cubicBezTo>
                  <a:pt x="384571" y="4657809"/>
                  <a:pt x="375254" y="4657079"/>
                  <a:pt x="358382" y="4654871"/>
                </a:cubicBezTo>
                <a:cubicBezTo>
                  <a:pt x="339824" y="4647350"/>
                  <a:pt x="313263" y="4650730"/>
                  <a:pt x="294208" y="4644982"/>
                </a:cubicBezTo>
                <a:cubicBezTo>
                  <a:pt x="275153" y="4639233"/>
                  <a:pt x="255232" y="4631558"/>
                  <a:pt x="240522" y="4627439"/>
                </a:cubicBezTo>
                <a:cubicBezTo>
                  <a:pt x="212762" y="4619907"/>
                  <a:pt x="228727" y="4611264"/>
                  <a:pt x="188294" y="4613207"/>
                </a:cubicBezTo>
                <a:cubicBezTo>
                  <a:pt x="165514" y="4608090"/>
                  <a:pt x="132086" y="4618695"/>
                  <a:pt x="107016" y="4612605"/>
                </a:cubicBezTo>
                <a:cubicBezTo>
                  <a:pt x="79461" y="4604732"/>
                  <a:pt x="82214" y="4605717"/>
                  <a:pt x="48463" y="4601378"/>
                </a:cubicBezTo>
                <a:lnTo>
                  <a:pt x="0" y="460164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35176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EECAB-56F2-DF81-45CF-675B79B939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1B6FEF-7035-6F01-FC09-2715E4891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Onion Epidermis Nucleus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C8569C-691B-C4AB-15B2-FE31165383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293" y="0"/>
            <a:ext cx="2817707" cy="158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60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1557</TotalTime>
  <Words>191</Words>
  <Application>Microsoft Office PowerPoint</Application>
  <PresentationFormat>Widescreen</PresentationFormat>
  <Paragraphs>23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Theo’s Microscope Research</vt:lpstr>
      <vt:lpstr>House Fly Leg #1</vt:lpstr>
      <vt:lpstr>PowerPoint Presentation</vt:lpstr>
      <vt:lpstr>Daphnia</vt:lpstr>
      <vt:lpstr>Female Mosquito</vt:lpstr>
      <vt:lpstr>Male Drosophillia</vt:lpstr>
      <vt:lpstr>Honeybee wing</vt:lpstr>
      <vt:lpstr>Feather</vt:lpstr>
      <vt:lpstr>Mammel hair  (all Mammels hair looks similar )</vt:lpstr>
      <vt:lpstr>Leaf stomata #1</vt:lpstr>
      <vt:lpstr>Leaf Stomata # 2</vt:lpstr>
      <vt:lpstr>PowerPoint Presentation</vt:lpstr>
      <vt:lpstr>PowerPoint Presentation</vt:lpstr>
      <vt:lpstr>PowerPoint Presentation</vt:lpstr>
      <vt:lpstr>Fish gills</vt:lpstr>
      <vt:lpstr>Onion Epidermis Nucleus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Josephine C</dc:creator>
  <cp:lastModifiedBy>Josephine C</cp:lastModifiedBy>
  <cp:revision>1</cp:revision>
  <dcterms:created xsi:type="dcterms:W3CDTF">2026-08-30T22:42:08Z</dcterms:created>
  <dcterms:modified xsi:type="dcterms:W3CDTF">2026-09-01T00:40:07Z</dcterms:modified>
</cp:coreProperties>
</file>