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 i="1">
                <a:solidFill>
                  <a:srgbClr val="FF8243"/>
                </a:solidFill>
                <a:latin typeface="Arial"/>
              </a:defRPr>
            </a:pPr>
            <a:r>
              <a:t>Hydrosaltator amictus</a:t>
            </a:r>
          </a:p>
          <a:p>
            <a:pPr>
              <a:spcBef>
                <a:spcPts val="1200"/>
              </a:spcBef>
              <a:defRPr sz="2400">
                <a:solidFill>
                  <a:srgbClr val="FAFAFA"/>
                </a:solidFill>
                <a:latin typeface="Arial"/>
              </a:defRPr>
            </a:pPr>
            <a:r>
              <a:t>The Cloaked Hydraulic Jumper | Volcanic Spring Tick</a:t>
            </a:r>
          </a:p>
          <a:p>
            <a:pPr>
              <a:spcBef>
                <a:spcPts val="2400"/>
              </a:spcBef>
              <a:defRPr sz="1400" i="1">
                <a:solidFill>
                  <a:srgbClr val="DFE5F3"/>
                </a:solidFill>
                <a:latin typeface="Arial"/>
              </a:defRPr>
            </a:pPr>
            <a:r>
              <a:t>A Complete Compendium of Cellular Mechanics, Symbiosis, and Survival Ranges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Core Profile &amp; Physiology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An overview of microscopic scale and cell distribution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Size &amp; Scale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0.8 mm total length — perfectly sized to maneuver through volcanic biofilms.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Total Cell Count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Approximately 1,400 cells, operating on a strictly divided layout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2336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Eutelic Core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The brain, sensory palps, and internal hydraulic valves have a fixed cell count for perfect reflex precision. They cannot heal.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402336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Regenerative Shell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The outer skin, limbs, and pouches can slowly divide to heal, adapt, and expand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The Triple-Symbiosis System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Survival without an internal gut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FF8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Gelatinicollum vulcanum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(Crucible Slime)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A clear, hyper-dense cyanobacteria matrix that acts as a structural shield, protecting the tick's raw epidermis from being melted by 85°C water while trapping the micro-partners close to the body.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Sulfuribacillus thermophilus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(Brimstone Dust)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Archaea layer processing raw hydrogen sulfide (H₂S) and heavy metals straight from volcanic water. It excretes a dense, sulfurous ash-byproduct that fuels the secondary partner.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Saccharoplasma lentus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(Sugar-Silk Protist)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Malleable cells that anchor using thread-like pseudopods. They absorb the archaea's toxic ash and refine it into complex lipids and pure glucose, which the tick absorbs directly.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Pyrogenic Valve Dynamics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Dynamic chemical adjustments of the dual-nozzle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90E2"/>
                </a:solidFill>
                <a:latin typeface="Arial"/>
              </a:defRPr>
            </a:pPr>
            <a:r>
              <a:t>Conical Pre-Wash (Grooming)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Hyper-Saline Brine: 65% — Creates a dense fluid base to wash surface contaminants.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Liquid Sulfur Solvent: 20% — Acts as heavy-duty soap to break up thick volcano slime.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Active Sulfuric Acid: 14% — Dissolves clinging mineral scales without harming skin.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Dissolved H₂S Gas: 1% — Provides minor baseline propellant 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8243"/>
                </a:solidFill>
                <a:latin typeface="Arial"/>
              </a:defRPr>
            </a:pPr>
            <a:r>
              <a:t>Aerosolizing Blast (Defense)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Hyper-Saline Brine: 75% — Maximized to induce immediate osmotic shock in predators.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Active Sulfuric Acid: 15% — Strips away protective predator chitin and burns receptors.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Liquid Sulfur Solvent: 8% — Maintained as a basic fluid carrier.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Dissolved H₂S Gas: 2% — Doubled to act as a violent aerosol can propellant.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Life Cycle &amp; Cryptobiotic Pause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Chronology driven by thermal dynamics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1. The Egg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Deposited directly into active volcano slime, immediately inheriting starter microbes.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2. The Nymph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Spends 2-6 months grooming its blanket. The fixed core remains static while the outer shell grows.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3. The Adult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Reaches 0.8 mm. Spends life between 50°C and 85°C absorbing processed sugars.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FF8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F8243"/>
                </a:solidFill>
                <a:latin typeface="Arial"/>
              </a:defRPr>
            </a:pPr>
            <a:r>
              <a:t>4. The Tun State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Triggered below 40°C. Slime seals the pouches, protists glassify inside, pausing life for centuries.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Geological Ranges &amp; Limits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Depth profiles and oceanic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2,500 – 3,000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Optimal Active Baseline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Standard depth for active oceanic spreading ridges like the Mariana Back-Arc. Tectonic activity continuously feeds slime fields.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4,080 – 4,200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Hyper-Dense Mineral Range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Deeper environments such as the Ashadze Vent Field. Massive pressure maximizes fluid density for high-velocity defensive jumps.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4,960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The Absolute Depth Limit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The Beebe Hydrothermal Field baseline. Extreme abyssopelagic pressure at this depth destabilizes the internal hydraulic mechanics.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